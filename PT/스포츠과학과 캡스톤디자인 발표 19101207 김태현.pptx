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5" r:id="rId3"/>
    <p:sldId id="262" r:id="rId4"/>
    <p:sldId id="283" r:id="rId5"/>
    <p:sldId id="286" r:id="rId6"/>
    <p:sldId id="282" r:id="rId7"/>
    <p:sldId id="280" r:id="rId8"/>
    <p:sldId id="279" r:id="rId9"/>
    <p:sldId id="267" r:id="rId10"/>
    <p:sldId id="284" r:id="rId11"/>
    <p:sldId id="269" r:id="rId12"/>
    <p:sldId id="271" r:id="rId13"/>
    <p:sldId id="270" r:id="rId14"/>
    <p:sldId id="273" r:id="rId15"/>
    <p:sldId id="275" r:id="rId16"/>
    <p:sldId id="276" r:id="rId17"/>
    <p:sldId id="260" r:id="rId18"/>
    <p:sldId id="281" r:id="rId19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BA2406"/>
    <a:srgbClr val="FF3300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3" autoAdjust="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Participant count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5-4E9E-89A2-834579AE99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ACLR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Participant count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25-4E9E-89A2-834579AE99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ACLD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Participant count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25-4E9E-89A2-834579AE99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55725680"/>
        <c:axId val="1855727120"/>
      </c:barChart>
      <c:catAx>
        <c:axId val="1855725680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5727120"/>
        <c:crosses val="autoZero"/>
        <c:auto val="1"/>
        <c:lblAlgn val="ctr"/>
        <c:lblOffset val="100"/>
        <c:noMultiLvlLbl val="0"/>
      </c:catAx>
      <c:valAx>
        <c:axId val="1855727120"/>
        <c:scaling>
          <c:orientation val="minMax"/>
          <c:min val="1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572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80376053870962E-2"/>
          <c:y val="2.5305803573350525E-2"/>
          <c:w val="0.90551441586815451"/>
          <c:h val="0.805025054668514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Number of significant features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FE-4AB0-B11E-BF8493E193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Number of significant features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FE-4AB0-B11E-BF8493E193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Number of significant features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FE-4AB0-B11E-BF8493E19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5602399"/>
        <c:axId val="1385605279"/>
      </c:barChart>
      <c:catAx>
        <c:axId val="138560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85605279"/>
        <c:crosses val="autoZero"/>
        <c:auto val="1"/>
        <c:lblAlgn val="ctr"/>
        <c:lblOffset val="100"/>
        <c:noMultiLvlLbl val="0"/>
      </c:catAx>
      <c:valAx>
        <c:axId val="1385605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85602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803714550938683"/>
          <c:y val="5.9428260355555998E-2"/>
          <c:w val="0.41573593970261491"/>
          <c:h val="6.54485153013594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 count</c:v>
                </c:pt>
              </c:strCache>
            </c:strRef>
          </c:tx>
          <c:dPt>
            <c:idx val="0"/>
            <c:bubble3D val="0"/>
            <c:spPr>
              <a:solidFill>
                <a:srgbClr val="FF33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65B-48DB-B449-6B8F5D17793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DD-41CB-BE0C-8E542F1B2F5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DD-41CB-BE0C-8E542F1B2F5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DD-41CB-BE0C-8E542F1B2F5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DD-41CB-BE0C-8E542F1B2F5E}"/>
              </c:ext>
            </c:extLst>
          </c:dPt>
          <c:cat>
            <c:strRef>
              <c:f>Sheet1!$A$2:$A$6</c:f>
              <c:strCache>
                <c:ptCount val="5"/>
                <c:pt idx="0">
                  <c:v>Knee Flexion</c:v>
                </c:pt>
                <c:pt idx="1">
                  <c:v>Hip Flexion</c:v>
                </c:pt>
                <c:pt idx="2">
                  <c:v>Ankle Dorsiflexion</c:v>
                </c:pt>
                <c:pt idx="3">
                  <c:v>Ankle Inversion</c:v>
                </c:pt>
                <c:pt idx="4">
                  <c:v>Hip Adduction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B-48DB-B449-6B8F5D177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1E42C-E564-4FA3-B43D-80DA1468DF2D}" type="doc">
      <dgm:prSet loTypeId="urn:microsoft.com/office/officeart/2008/layout/VerticalCurvedLis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7700A23-D4BC-428C-BEDB-374DEC7D1BC4}">
      <dgm:prSet phldrT="[텍스트]" phldr="0"/>
      <dgm:spPr/>
      <dgm:t>
        <a:bodyPr/>
        <a:lstStyle/>
        <a:p>
          <a:pPr latinLnBrk="1"/>
          <a:r>
            <a:rPr lang="en-US" altLang="ko-KR" dirty="0"/>
            <a:t>E</a:t>
          </a:r>
          <a:r>
            <a:rPr lang="ko-KR" dirty="0" err="1"/>
            <a:t>arly</a:t>
          </a:r>
          <a:r>
            <a:rPr lang="ko-KR" dirty="0"/>
            <a:t> </a:t>
          </a:r>
          <a:r>
            <a:rPr lang="en-US" altLang="ko-KR" dirty="0"/>
            <a:t>R</a:t>
          </a:r>
          <a:r>
            <a:rPr lang="ko-KR" dirty="0" err="1"/>
            <a:t>ehabilitation</a:t>
          </a:r>
          <a:endParaRPr lang="ko-KR" altLang="en-US" dirty="0"/>
        </a:p>
      </dgm:t>
    </dgm:pt>
    <dgm:pt modelId="{298D480D-AC50-4A68-808F-DC1B52DED8ED}" type="parTrans" cxnId="{7AD1BF21-34F5-40D6-83E7-E574D4D2D7AA}">
      <dgm:prSet/>
      <dgm:spPr/>
      <dgm:t>
        <a:bodyPr/>
        <a:lstStyle/>
        <a:p>
          <a:pPr latinLnBrk="1"/>
          <a:endParaRPr lang="ko-KR" altLang="en-US"/>
        </a:p>
      </dgm:t>
    </dgm:pt>
    <dgm:pt modelId="{7DE2B4FA-7D5B-4E3C-929D-F6D975D9D13D}" type="sibTrans" cxnId="{7AD1BF21-34F5-40D6-83E7-E574D4D2D7AA}">
      <dgm:prSet/>
      <dgm:spPr/>
      <dgm:t>
        <a:bodyPr/>
        <a:lstStyle/>
        <a:p>
          <a:pPr latinLnBrk="1"/>
          <a:endParaRPr lang="ko-KR" altLang="en-US"/>
        </a:p>
      </dgm:t>
    </dgm:pt>
    <dgm:pt modelId="{A33370E2-CAB6-4DA6-A4C4-2E64148560BC}">
      <dgm:prSet phldrT="[텍스트]" phldr="0"/>
      <dgm:spPr/>
      <dgm:t>
        <a:bodyPr/>
        <a:lstStyle/>
        <a:p>
          <a:pPr latinLnBrk="1"/>
          <a:r>
            <a:rPr lang="en-US" altLang="ko-KR" dirty="0"/>
            <a:t>IMU- and ML-based Impairment Assessment</a:t>
          </a:r>
          <a:endParaRPr lang="ko-KR" altLang="en-US" dirty="0"/>
        </a:p>
      </dgm:t>
    </dgm:pt>
    <dgm:pt modelId="{D1E346EF-B7A1-4328-AB8F-5B8EB449807C}" type="parTrans" cxnId="{A5CA30A4-1970-4919-8E33-AD79ACA03E2A}">
      <dgm:prSet/>
      <dgm:spPr/>
      <dgm:t>
        <a:bodyPr/>
        <a:lstStyle/>
        <a:p>
          <a:pPr latinLnBrk="1"/>
          <a:endParaRPr lang="ko-KR" altLang="en-US"/>
        </a:p>
      </dgm:t>
    </dgm:pt>
    <dgm:pt modelId="{C18940F1-C636-4C8F-933A-52DD1B54D9A0}" type="sibTrans" cxnId="{A5CA30A4-1970-4919-8E33-AD79ACA03E2A}">
      <dgm:prSet/>
      <dgm:spPr/>
      <dgm:t>
        <a:bodyPr/>
        <a:lstStyle/>
        <a:p>
          <a:pPr latinLnBrk="1"/>
          <a:endParaRPr lang="ko-KR" altLang="en-US"/>
        </a:p>
      </dgm:t>
    </dgm:pt>
    <dgm:pt modelId="{BFABD5B3-BAFB-4738-9FBD-638B5D06BC77}">
      <dgm:prSet phldrT="[텍스트]" phldr="0"/>
      <dgm:spPr/>
      <dgm:t>
        <a:bodyPr/>
        <a:lstStyle/>
        <a:p>
          <a:pPr latinLnBrk="1"/>
          <a:r>
            <a:rPr lang="en-US" altLang="ko-KR" dirty="0"/>
            <a:t>Multi-speed</a:t>
          </a:r>
          <a:endParaRPr lang="ko-KR" altLang="en-US" dirty="0"/>
        </a:p>
      </dgm:t>
    </dgm:pt>
    <dgm:pt modelId="{33872350-E928-425D-B771-0913A6DA2B1C}" type="parTrans" cxnId="{F9648193-51AA-4B2B-9A6E-CE45B5A9DADB}">
      <dgm:prSet/>
      <dgm:spPr/>
      <dgm:t>
        <a:bodyPr/>
        <a:lstStyle/>
        <a:p>
          <a:pPr latinLnBrk="1"/>
          <a:endParaRPr lang="ko-KR" altLang="en-US"/>
        </a:p>
      </dgm:t>
    </dgm:pt>
    <dgm:pt modelId="{543BF766-A7A3-4D68-87BB-A4E64745C205}" type="sibTrans" cxnId="{F9648193-51AA-4B2B-9A6E-CE45B5A9DADB}">
      <dgm:prSet/>
      <dgm:spPr/>
      <dgm:t>
        <a:bodyPr/>
        <a:lstStyle/>
        <a:p>
          <a:pPr latinLnBrk="1"/>
          <a:endParaRPr lang="ko-KR" altLang="en-US"/>
        </a:p>
      </dgm:t>
    </dgm:pt>
    <dgm:pt modelId="{76771E34-9C32-4E56-8626-56C2C740C296}">
      <dgm:prSet/>
      <dgm:spPr/>
      <dgm:t>
        <a:bodyPr/>
        <a:lstStyle/>
        <a:p>
          <a:pPr latinLnBrk="1">
            <a:buNone/>
          </a:pPr>
          <a:r>
            <a:rPr lang="ko-KR" dirty="0" err="1"/>
            <a:t>Feasibility</a:t>
          </a:r>
          <a:r>
            <a:rPr lang="ko-KR" dirty="0"/>
            <a:t> of </a:t>
          </a:r>
          <a:r>
            <a:rPr lang="ko-KR" dirty="0" err="1"/>
            <a:t>Quantifying</a:t>
          </a:r>
          <a:r>
            <a:rPr lang="ko-KR" dirty="0"/>
            <a:t> </a:t>
          </a:r>
          <a:r>
            <a:rPr lang="ko-KR" dirty="0" err="1"/>
            <a:t>Assessment</a:t>
          </a:r>
          <a:r>
            <a:rPr lang="ko-KR" dirty="0"/>
            <a:t> </a:t>
          </a:r>
          <a:r>
            <a:rPr lang="ko-KR" dirty="0" err="1"/>
            <a:t>Outcomes</a:t>
          </a:r>
          <a:endParaRPr lang="ko-KR" altLang="en-US" dirty="0"/>
        </a:p>
      </dgm:t>
    </dgm:pt>
    <dgm:pt modelId="{61083A90-66B6-485A-9E67-85328335E1CF}" type="parTrans" cxnId="{4B09021E-2B16-4558-ACB2-5F86C24A95D5}">
      <dgm:prSet/>
      <dgm:spPr/>
      <dgm:t>
        <a:bodyPr/>
        <a:lstStyle/>
        <a:p>
          <a:pPr latinLnBrk="1"/>
          <a:endParaRPr lang="ko-KR" altLang="en-US"/>
        </a:p>
      </dgm:t>
    </dgm:pt>
    <dgm:pt modelId="{8E6A1EE7-270C-4F5A-9529-C2253A783584}" type="sibTrans" cxnId="{4B09021E-2B16-4558-ACB2-5F86C24A95D5}">
      <dgm:prSet/>
      <dgm:spPr/>
      <dgm:t>
        <a:bodyPr/>
        <a:lstStyle/>
        <a:p>
          <a:pPr latinLnBrk="1"/>
          <a:endParaRPr lang="ko-KR" altLang="en-US"/>
        </a:p>
      </dgm:t>
    </dgm:pt>
    <dgm:pt modelId="{BDEB4490-569C-443E-BB04-580494C5C573}" type="pres">
      <dgm:prSet presAssocID="{0021E42C-E564-4FA3-B43D-80DA1468DF2D}" presName="Name0" presStyleCnt="0">
        <dgm:presLayoutVars>
          <dgm:chMax val="7"/>
          <dgm:chPref val="7"/>
          <dgm:dir/>
        </dgm:presLayoutVars>
      </dgm:prSet>
      <dgm:spPr/>
    </dgm:pt>
    <dgm:pt modelId="{C4F0370F-610A-471F-873D-5FF09DAD18A8}" type="pres">
      <dgm:prSet presAssocID="{0021E42C-E564-4FA3-B43D-80DA1468DF2D}" presName="Name1" presStyleCnt="0"/>
      <dgm:spPr/>
    </dgm:pt>
    <dgm:pt modelId="{D0FC4B24-8E27-4E5E-B425-7977DD4F0242}" type="pres">
      <dgm:prSet presAssocID="{0021E42C-E564-4FA3-B43D-80DA1468DF2D}" presName="cycle" presStyleCnt="0"/>
      <dgm:spPr/>
    </dgm:pt>
    <dgm:pt modelId="{E9B479A4-53D3-41AD-8363-38E7CB230A56}" type="pres">
      <dgm:prSet presAssocID="{0021E42C-E564-4FA3-B43D-80DA1468DF2D}" presName="srcNode" presStyleLbl="node1" presStyleIdx="0" presStyleCnt="4"/>
      <dgm:spPr/>
    </dgm:pt>
    <dgm:pt modelId="{35EAE098-B401-4C68-BE4E-9E47A4483601}" type="pres">
      <dgm:prSet presAssocID="{0021E42C-E564-4FA3-B43D-80DA1468DF2D}" presName="conn" presStyleLbl="parChTrans1D2" presStyleIdx="0" presStyleCnt="1"/>
      <dgm:spPr/>
    </dgm:pt>
    <dgm:pt modelId="{A96EC8A4-9603-4B95-A3A5-83E6FFB8B301}" type="pres">
      <dgm:prSet presAssocID="{0021E42C-E564-4FA3-B43D-80DA1468DF2D}" presName="extraNode" presStyleLbl="node1" presStyleIdx="0" presStyleCnt="4"/>
      <dgm:spPr/>
    </dgm:pt>
    <dgm:pt modelId="{71B0E1F3-642C-4E29-B811-275D6AD59F80}" type="pres">
      <dgm:prSet presAssocID="{0021E42C-E564-4FA3-B43D-80DA1468DF2D}" presName="dstNode" presStyleLbl="node1" presStyleIdx="0" presStyleCnt="4"/>
      <dgm:spPr/>
    </dgm:pt>
    <dgm:pt modelId="{9DE5181F-3222-4494-A737-0C93083335B5}" type="pres">
      <dgm:prSet presAssocID="{A33370E2-CAB6-4DA6-A4C4-2E64148560BC}" presName="text_1" presStyleLbl="node1" presStyleIdx="0" presStyleCnt="4">
        <dgm:presLayoutVars>
          <dgm:bulletEnabled val="1"/>
        </dgm:presLayoutVars>
      </dgm:prSet>
      <dgm:spPr/>
    </dgm:pt>
    <dgm:pt modelId="{E433550C-1C76-49EB-8287-A7B6FD5EA1AA}" type="pres">
      <dgm:prSet presAssocID="{A33370E2-CAB6-4DA6-A4C4-2E64148560BC}" presName="accent_1" presStyleCnt="0"/>
      <dgm:spPr/>
    </dgm:pt>
    <dgm:pt modelId="{57C2391F-8E07-4BB8-8C14-1548B83081E0}" type="pres">
      <dgm:prSet presAssocID="{A33370E2-CAB6-4DA6-A4C4-2E64148560BC}" presName="accentRepeatNode" presStyleLbl="solidFgAcc1" presStyleIdx="0" presStyleCnt="4"/>
      <dgm:spPr/>
    </dgm:pt>
    <dgm:pt modelId="{F2DC2188-0744-409B-9908-8354E3D3A3CB}" type="pres">
      <dgm:prSet presAssocID="{BFABD5B3-BAFB-4738-9FBD-638B5D06BC77}" presName="text_2" presStyleLbl="node1" presStyleIdx="1" presStyleCnt="4">
        <dgm:presLayoutVars>
          <dgm:bulletEnabled val="1"/>
        </dgm:presLayoutVars>
      </dgm:prSet>
      <dgm:spPr/>
    </dgm:pt>
    <dgm:pt modelId="{F51958DD-A1A2-4224-9528-0FDC34DFD39F}" type="pres">
      <dgm:prSet presAssocID="{BFABD5B3-BAFB-4738-9FBD-638B5D06BC77}" presName="accent_2" presStyleCnt="0"/>
      <dgm:spPr/>
    </dgm:pt>
    <dgm:pt modelId="{C7995E51-4BB0-4940-92DF-E4AF26D45353}" type="pres">
      <dgm:prSet presAssocID="{BFABD5B3-BAFB-4738-9FBD-638B5D06BC77}" presName="accentRepeatNode" presStyleLbl="solidFgAcc1" presStyleIdx="1" presStyleCnt="4"/>
      <dgm:spPr/>
    </dgm:pt>
    <dgm:pt modelId="{C93553F3-07ED-48CA-8CB4-91AF59EBD65E}" type="pres">
      <dgm:prSet presAssocID="{07700A23-D4BC-428C-BEDB-374DEC7D1BC4}" presName="text_3" presStyleLbl="node1" presStyleIdx="2" presStyleCnt="4">
        <dgm:presLayoutVars>
          <dgm:bulletEnabled val="1"/>
        </dgm:presLayoutVars>
      </dgm:prSet>
      <dgm:spPr/>
    </dgm:pt>
    <dgm:pt modelId="{178A9FAA-652D-4F2D-8510-CC968954C28E}" type="pres">
      <dgm:prSet presAssocID="{07700A23-D4BC-428C-BEDB-374DEC7D1BC4}" presName="accent_3" presStyleCnt="0"/>
      <dgm:spPr/>
    </dgm:pt>
    <dgm:pt modelId="{BA8D0039-15CE-4739-A57F-05EFF2EF5746}" type="pres">
      <dgm:prSet presAssocID="{07700A23-D4BC-428C-BEDB-374DEC7D1BC4}" presName="accentRepeatNode" presStyleLbl="solidFgAcc1" presStyleIdx="2" presStyleCnt="4"/>
      <dgm:spPr/>
    </dgm:pt>
    <dgm:pt modelId="{32A3C926-F06F-4ED7-84E7-572CD21C66D0}" type="pres">
      <dgm:prSet presAssocID="{76771E34-9C32-4E56-8626-56C2C740C296}" presName="text_4" presStyleLbl="node1" presStyleIdx="3" presStyleCnt="4">
        <dgm:presLayoutVars>
          <dgm:bulletEnabled val="1"/>
        </dgm:presLayoutVars>
      </dgm:prSet>
      <dgm:spPr/>
    </dgm:pt>
    <dgm:pt modelId="{1C15A12D-D959-444A-B652-5A06B977B5A2}" type="pres">
      <dgm:prSet presAssocID="{76771E34-9C32-4E56-8626-56C2C740C296}" presName="accent_4" presStyleCnt="0"/>
      <dgm:spPr/>
    </dgm:pt>
    <dgm:pt modelId="{6E51CDBB-24AC-409A-9564-192C72C5738B}" type="pres">
      <dgm:prSet presAssocID="{76771E34-9C32-4E56-8626-56C2C740C296}" presName="accentRepeatNode" presStyleLbl="solidFgAcc1" presStyleIdx="3" presStyleCnt="4"/>
      <dgm:spPr/>
    </dgm:pt>
  </dgm:ptLst>
  <dgm:cxnLst>
    <dgm:cxn modelId="{4B09021E-2B16-4558-ACB2-5F86C24A95D5}" srcId="{0021E42C-E564-4FA3-B43D-80DA1468DF2D}" destId="{76771E34-9C32-4E56-8626-56C2C740C296}" srcOrd="3" destOrd="0" parTransId="{61083A90-66B6-485A-9E67-85328335E1CF}" sibTransId="{8E6A1EE7-270C-4F5A-9529-C2253A783584}"/>
    <dgm:cxn modelId="{7AD1BF21-34F5-40D6-83E7-E574D4D2D7AA}" srcId="{0021E42C-E564-4FA3-B43D-80DA1468DF2D}" destId="{07700A23-D4BC-428C-BEDB-374DEC7D1BC4}" srcOrd="2" destOrd="0" parTransId="{298D480D-AC50-4A68-808F-DC1B52DED8ED}" sibTransId="{7DE2B4FA-7D5B-4E3C-929D-F6D975D9D13D}"/>
    <dgm:cxn modelId="{1922223E-721F-4FFE-BDDC-7B51FED62210}" type="presOf" srcId="{07700A23-D4BC-428C-BEDB-374DEC7D1BC4}" destId="{C93553F3-07ED-48CA-8CB4-91AF59EBD65E}" srcOrd="0" destOrd="0" presId="urn:microsoft.com/office/officeart/2008/layout/VerticalCurvedList"/>
    <dgm:cxn modelId="{3FBE543E-B4D0-4FBA-B82D-E757A26A5C57}" type="presOf" srcId="{76771E34-9C32-4E56-8626-56C2C740C296}" destId="{32A3C926-F06F-4ED7-84E7-572CD21C66D0}" srcOrd="0" destOrd="0" presId="urn:microsoft.com/office/officeart/2008/layout/VerticalCurvedList"/>
    <dgm:cxn modelId="{80E97F8B-219B-4AC7-8DEB-85A0C0632743}" type="presOf" srcId="{C18940F1-C636-4C8F-933A-52DD1B54D9A0}" destId="{35EAE098-B401-4C68-BE4E-9E47A4483601}" srcOrd="0" destOrd="0" presId="urn:microsoft.com/office/officeart/2008/layout/VerticalCurvedList"/>
    <dgm:cxn modelId="{F9648193-51AA-4B2B-9A6E-CE45B5A9DADB}" srcId="{0021E42C-E564-4FA3-B43D-80DA1468DF2D}" destId="{BFABD5B3-BAFB-4738-9FBD-638B5D06BC77}" srcOrd="1" destOrd="0" parTransId="{33872350-E928-425D-B771-0913A6DA2B1C}" sibTransId="{543BF766-A7A3-4D68-87BB-A4E64745C205}"/>
    <dgm:cxn modelId="{1667E6A2-69C5-461E-8582-8D65AD2229E1}" type="presOf" srcId="{BFABD5B3-BAFB-4738-9FBD-638B5D06BC77}" destId="{F2DC2188-0744-409B-9908-8354E3D3A3CB}" srcOrd="0" destOrd="0" presId="urn:microsoft.com/office/officeart/2008/layout/VerticalCurvedList"/>
    <dgm:cxn modelId="{A5CA30A4-1970-4919-8E33-AD79ACA03E2A}" srcId="{0021E42C-E564-4FA3-B43D-80DA1468DF2D}" destId="{A33370E2-CAB6-4DA6-A4C4-2E64148560BC}" srcOrd="0" destOrd="0" parTransId="{D1E346EF-B7A1-4328-AB8F-5B8EB449807C}" sibTransId="{C18940F1-C636-4C8F-933A-52DD1B54D9A0}"/>
    <dgm:cxn modelId="{58B53EBC-D94C-48BB-9AE3-DE8503975239}" type="presOf" srcId="{A33370E2-CAB6-4DA6-A4C4-2E64148560BC}" destId="{9DE5181F-3222-4494-A737-0C93083335B5}" srcOrd="0" destOrd="0" presId="urn:microsoft.com/office/officeart/2008/layout/VerticalCurvedList"/>
    <dgm:cxn modelId="{83D6DECA-199E-40FF-9150-183FE9BDD1AB}" type="presOf" srcId="{0021E42C-E564-4FA3-B43D-80DA1468DF2D}" destId="{BDEB4490-569C-443E-BB04-580494C5C573}" srcOrd="0" destOrd="0" presId="urn:microsoft.com/office/officeart/2008/layout/VerticalCurvedList"/>
    <dgm:cxn modelId="{21F48EAC-C9C9-4070-884B-F41F3EF35747}" type="presParOf" srcId="{BDEB4490-569C-443E-BB04-580494C5C573}" destId="{C4F0370F-610A-471F-873D-5FF09DAD18A8}" srcOrd="0" destOrd="0" presId="urn:microsoft.com/office/officeart/2008/layout/VerticalCurvedList"/>
    <dgm:cxn modelId="{07314FC5-0FFF-496E-87B2-50BD7E2701EC}" type="presParOf" srcId="{C4F0370F-610A-471F-873D-5FF09DAD18A8}" destId="{D0FC4B24-8E27-4E5E-B425-7977DD4F0242}" srcOrd="0" destOrd="0" presId="urn:microsoft.com/office/officeart/2008/layout/VerticalCurvedList"/>
    <dgm:cxn modelId="{7C2E0129-B1C6-4DCF-8421-DA34A807665D}" type="presParOf" srcId="{D0FC4B24-8E27-4E5E-B425-7977DD4F0242}" destId="{E9B479A4-53D3-41AD-8363-38E7CB230A56}" srcOrd="0" destOrd="0" presId="urn:microsoft.com/office/officeart/2008/layout/VerticalCurvedList"/>
    <dgm:cxn modelId="{B76EF65E-3AB0-42E9-96BD-9990BDCDB32A}" type="presParOf" srcId="{D0FC4B24-8E27-4E5E-B425-7977DD4F0242}" destId="{35EAE098-B401-4C68-BE4E-9E47A4483601}" srcOrd="1" destOrd="0" presId="urn:microsoft.com/office/officeart/2008/layout/VerticalCurvedList"/>
    <dgm:cxn modelId="{FACB3356-3BAB-44C6-ADA1-11A8E40ABAE2}" type="presParOf" srcId="{D0FC4B24-8E27-4E5E-B425-7977DD4F0242}" destId="{A96EC8A4-9603-4B95-A3A5-83E6FFB8B301}" srcOrd="2" destOrd="0" presId="urn:microsoft.com/office/officeart/2008/layout/VerticalCurvedList"/>
    <dgm:cxn modelId="{BA667852-DCF7-4AE4-B65E-D37154E4EF28}" type="presParOf" srcId="{D0FC4B24-8E27-4E5E-B425-7977DD4F0242}" destId="{71B0E1F3-642C-4E29-B811-275D6AD59F80}" srcOrd="3" destOrd="0" presId="urn:microsoft.com/office/officeart/2008/layout/VerticalCurvedList"/>
    <dgm:cxn modelId="{0847AAA2-B32A-4047-88B5-CE06A064B39F}" type="presParOf" srcId="{C4F0370F-610A-471F-873D-5FF09DAD18A8}" destId="{9DE5181F-3222-4494-A737-0C93083335B5}" srcOrd="1" destOrd="0" presId="urn:microsoft.com/office/officeart/2008/layout/VerticalCurvedList"/>
    <dgm:cxn modelId="{3FAAA7C6-6B66-4622-B660-CFB5D30243F3}" type="presParOf" srcId="{C4F0370F-610A-471F-873D-5FF09DAD18A8}" destId="{E433550C-1C76-49EB-8287-A7B6FD5EA1AA}" srcOrd="2" destOrd="0" presId="urn:microsoft.com/office/officeart/2008/layout/VerticalCurvedList"/>
    <dgm:cxn modelId="{C696CA13-8E9C-4ADC-966A-B639A96C5847}" type="presParOf" srcId="{E433550C-1C76-49EB-8287-A7B6FD5EA1AA}" destId="{57C2391F-8E07-4BB8-8C14-1548B83081E0}" srcOrd="0" destOrd="0" presId="urn:microsoft.com/office/officeart/2008/layout/VerticalCurvedList"/>
    <dgm:cxn modelId="{6FC0C045-86BB-4B32-9394-0247A7F48115}" type="presParOf" srcId="{C4F0370F-610A-471F-873D-5FF09DAD18A8}" destId="{F2DC2188-0744-409B-9908-8354E3D3A3CB}" srcOrd="3" destOrd="0" presId="urn:microsoft.com/office/officeart/2008/layout/VerticalCurvedList"/>
    <dgm:cxn modelId="{5F893DB0-AD1E-4820-9F91-9D700F96C849}" type="presParOf" srcId="{C4F0370F-610A-471F-873D-5FF09DAD18A8}" destId="{F51958DD-A1A2-4224-9528-0FDC34DFD39F}" srcOrd="4" destOrd="0" presId="urn:microsoft.com/office/officeart/2008/layout/VerticalCurvedList"/>
    <dgm:cxn modelId="{9D2728C5-BE18-4345-9C2D-ECE1B0FBA991}" type="presParOf" srcId="{F51958DD-A1A2-4224-9528-0FDC34DFD39F}" destId="{C7995E51-4BB0-4940-92DF-E4AF26D45353}" srcOrd="0" destOrd="0" presId="urn:microsoft.com/office/officeart/2008/layout/VerticalCurvedList"/>
    <dgm:cxn modelId="{A35708CE-2FD4-43FB-A700-13A09B4A88BB}" type="presParOf" srcId="{C4F0370F-610A-471F-873D-5FF09DAD18A8}" destId="{C93553F3-07ED-48CA-8CB4-91AF59EBD65E}" srcOrd="5" destOrd="0" presId="urn:microsoft.com/office/officeart/2008/layout/VerticalCurvedList"/>
    <dgm:cxn modelId="{B0409B93-2EA5-4598-A955-5A539FD91DF7}" type="presParOf" srcId="{C4F0370F-610A-471F-873D-5FF09DAD18A8}" destId="{178A9FAA-652D-4F2D-8510-CC968954C28E}" srcOrd="6" destOrd="0" presId="urn:microsoft.com/office/officeart/2008/layout/VerticalCurvedList"/>
    <dgm:cxn modelId="{87E80378-36AE-4190-AAAC-010626488961}" type="presParOf" srcId="{178A9FAA-652D-4F2D-8510-CC968954C28E}" destId="{BA8D0039-15CE-4739-A57F-05EFF2EF5746}" srcOrd="0" destOrd="0" presId="urn:microsoft.com/office/officeart/2008/layout/VerticalCurvedList"/>
    <dgm:cxn modelId="{CB4EB29B-36B7-4865-9EF3-BEF6D125A3CA}" type="presParOf" srcId="{C4F0370F-610A-471F-873D-5FF09DAD18A8}" destId="{32A3C926-F06F-4ED7-84E7-572CD21C66D0}" srcOrd="7" destOrd="0" presId="urn:microsoft.com/office/officeart/2008/layout/VerticalCurvedList"/>
    <dgm:cxn modelId="{357A6BDE-C140-4C9F-8C45-85FE4CC434E6}" type="presParOf" srcId="{C4F0370F-610A-471F-873D-5FF09DAD18A8}" destId="{1C15A12D-D959-444A-B652-5A06B977B5A2}" srcOrd="8" destOrd="0" presId="urn:microsoft.com/office/officeart/2008/layout/VerticalCurvedList"/>
    <dgm:cxn modelId="{20B840C3-E244-4F80-86CE-086EE3C56CD5}" type="presParOf" srcId="{1C15A12D-D959-444A-B652-5A06B977B5A2}" destId="{6E51CDBB-24AC-409A-9564-192C72C5738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323793-D658-4E34-941F-B5D8450799F8}" type="doc">
      <dgm:prSet loTypeId="urn:microsoft.com/office/officeart/2024/layout/BulletTimeline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0E45FA9C-E0CA-46C9-A60C-A839AD81BFC7}">
      <dgm:prSet phldrT="[텍스트]" custT="1"/>
      <dgm:spPr/>
      <dgm:t>
        <a:bodyPr vert="horz"/>
        <a:lstStyle/>
        <a:p>
          <a:pPr>
            <a:defRPr b="1"/>
          </a:pPr>
          <a:r>
            <a:rPr lang="en-US" altLang="ko-KR" sz="2400" b="1" dirty="0">
              <a:latin typeface="+mj-ea"/>
              <a:ea typeface="+mj-ea"/>
              <a:cs typeface="ADLaM Display" panose="02010000000000000000" pitchFamily="2" charset="0"/>
            </a:rPr>
            <a:t>Data Preprocessing</a:t>
          </a:r>
          <a:endParaRPr lang="ko-KR" altLang="en-US" sz="2400" b="1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E61FB79C-FEE8-42AD-9929-87EE00A9218C}" type="parTrans" cxnId="{5DBA7729-8F00-47CF-B92F-84F0AC8A11C8}">
      <dgm:prSet/>
      <dgm:spPr/>
      <dgm:t>
        <a:bodyPr/>
        <a:lstStyle/>
        <a:p>
          <a:pPr latinLnBrk="1"/>
          <a:endParaRPr lang="ko-KR" altLang="en-US"/>
        </a:p>
      </dgm:t>
    </dgm:pt>
    <dgm:pt modelId="{A3DD769C-E46A-4842-9929-86167F54CC9F}" type="sibTrans" cxnId="{5DBA7729-8F00-47CF-B92F-84F0AC8A11C8}">
      <dgm:prSet/>
      <dgm:spPr/>
      <dgm:t>
        <a:bodyPr/>
        <a:lstStyle/>
        <a:p>
          <a:pPr latinLnBrk="1"/>
          <a:endParaRPr lang="ko-KR" altLang="en-US"/>
        </a:p>
      </dgm:t>
    </dgm:pt>
    <dgm:pt modelId="{9522B110-989D-4096-AEAD-E9732AF5A992}">
      <dgm:prSet phldrT="[텍스트]" custT="1"/>
      <dgm:spPr/>
      <dgm:t>
        <a:bodyPr/>
        <a:lstStyle/>
        <a:p>
          <a:pPr>
            <a:defRPr b="1"/>
          </a:pPr>
          <a:r>
            <a:rPr lang="en-US" altLang="ko-KR" sz="2400" dirty="0">
              <a:latin typeface="+mj-ea"/>
              <a:ea typeface="+mj-ea"/>
              <a:cs typeface="ADLaM Display" panose="02010000000000000000" pitchFamily="2" charset="0"/>
            </a:rPr>
            <a:t>Waveform Analysis</a:t>
          </a:r>
          <a:endParaRPr lang="ko-KR" altLang="en-US" sz="24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A4079454-1C30-4DB6-BC34-5F4224014DED}" type="parTrans" cxnId="{13EAAF61-3DAE-4112-AE0E-14CEF8C967E6}">
      <dgm:prSet/>
      <dgm:spPr/>
      <dgm:t>
        <a:bodyPr/>
        <a:lstStyle/>
        <a:p>
          <a:pPr latinLnBrk="1"/>
          <a:endParaRPr lang="ko-KR" altLang="en-US"/>
        </a:p>
      </dgm:t>
    </dgm:pt>
    <dgm:pt modelId="{5B72D634-EA44-4ACC-9462-186066086AB3}" type="sibTrans" cxnId="{13EAAF61-3DAE-4112-AE0E-14CEF8C967E6}">
      <dgm:prSet/>
      <dgm:spPr/>
      <dgm:t>
        <a:bodyPr/>
        <a:lstStyle/>
        <a:p>
          <a:pPr latinLnBrk="1"/>
          <a:endParaRPr lang="ko-KR" altLang="en-US"/>
        </a:p>
      </dgm:t>
    </dgm:pt>
    <dgm:pt modelId="{8AAA3A3E-76AA-4C65-B21B-435C948232AB}">
      <dgm:prSet phldrT="[텍스트]" phldr="0" custT="1"/>
      <dgm:spPr/>
      <dgm:t>
        <a:bodyPr/>
        <a:lstStyle/>
        <a:p>
          <a:pPr>
            <a:defRPr b="1"/>
          </a:pPr>
          <a:r>
            <a:rPr lang="en-US" altLang="ko-KR" sz="2400" dirty="0">
              <a:latin typeface="+mj-ea"/>
              <a:ea typeface="+mj-ea"/>
              <a:cs typeface="ADLaM Display" panose="02010000000000000000" pitchFamily="2" charset="0"/>
            </a:rPr>
            <a:t>Impairment Scoring</a:t>
          </a:r>
          <a:endParaRPr lang="ko-KR" altLang="en-US" sz="24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9536B3E0-33A6-4012-AAD6-469940B87F90}" type="parTrans" cxnId="{9054E768-5B5C-490A-BF38-E47652CFE490}">
      <dgm:prSet/>
      <dgm:spPr/>
      <dgm:t>
        <a:bodyPr/>
        <a:lstStyle/>
        <a:p>
          <a:pPr latinLnBrk="1"/>
          <a:endParaRPr lang="ko-KR" altLang="en-US"/>
        </a:p>
      </dgm:t>
    </dgm:pt>
    <dgm:pt modelId="{E0CE0508-97C1-485C-B7C3-D94ED229FDF1}" type="sibTrans" cxnId="{9054E768-5B5C-490A-BF38-E47652CFE490}">
      <dgm:prSet/>
      <dgm:spPr/>
      <dgm:t>
        <a:bodyPr/>
        <a:lstStyle/>
        <a:p>
          <a:pPr latinLnBrk="1"/>
          <a:endParaRPr lang="ko-KR" altLang="en-US"/>
        </a:p>
      </dgm:t>
    </dgm:pt>
    <dgm:pt modelId="{710B3114-ECA9-4FED-A513-06BE709A3A9C}">
      <dgm:prSet phldrT="[텍스트]" phldr="0" custT="1"/>
      <dgm:spPr/>
      <dgm:t>
        <a:bodyPr/>
        <a:lstStyle/>
        <a:p>
          <a:pPr>
            <a:defRPr b="1"/>
          </a:pPr>
          <a:r>
            <a:rPr lang="en-US" altLang="ko-KR" sz="2400" dirty="0">
              <a:latin typeface="+mj-ea"/>
              <a:ea typeface="+mj-ea"/>
              <a:cs typeface="ADLaM Display" panose="02010000000000000000" pitchFamily="2" charset="0"/>
            </a:rPr>
            <a:t>SHAP Interpreting</a:t>
          </a:r>
          <a:endParaRPr lang="ko-KR" altLang="en-US" sz="24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E677899B-FEB9-46F1-B11F-311EEB8BFBF4}" type="parTrans" cxnId="{A9E6252B-D2FD-4094-93B4-792FC9BC0BD3}">
      <dgm:prSet/>
      <dgm:spPr/>
      <dgm:t>
        <a:bodyPr/>
        <a:lstStyle/>
        <a:p>
          <a:pPr latinLnBrk="1"/>
          <a:endParaRPr lang="ko-KR" altLang="en-US"/>
        </a:p>
      </dgm:t>
    </dgm:pt>
    <dgm:pt modelId="{08A5CF46-58D1-43A7-ADCD-38F2469654E0}" type="sibTrans" cxnId="{A9E6252B-D2FD-4094-93B4-792FC9BC0BD3}">
      <dgm:prSet/>
      <dgm:spPr/>
      <dgm:t>
        <a:bodyPr/>
        <a:lstStyle/>
        <a:p>
          <a:pPr latinLnBrk="1"/>
          <a:endParaRPr lang="ko-KR" altLang="en-US"/>
        </a:p>
      </dgm:t>
    </dgm:pt>
    <dgm:pt modelId="{811F98F7-4864-4AE6-B29E-5D9D2F5BF7D2}">
      <dgm:prSet custT="1"/>
      <dgm:spPr/>
      <dgm:t>
        <a:bodyPr/>
        <a:lstStyle/>
        <a:p>
          <a:r>
            <a:rPr lang="ko-KR" altLang="en-US" sz="1800" b="0" dirty="0">
              <a:latin typeface="+mn-ea"/>
              <a:ea typeface="+mn-ea"/>
            </a:rPr>
            <a:t>Data inspection and normalization</a:t>
          </a:r>
          <a:r>
            <a:rPr lang="en-US" altLang="ko-KR" sz="1800" b="0" dirty="0">
              <a:latin typeface="+mn-ea"/>
              <a:ea typeface="+mn-ea"/>
            </a:rPr>
            <a:t>, peak </a:t>
          </a:r>
          <a:r>
            <a:rPr lang="ko-KR" altLang="en-US" sz="1800" b="0" dirty="0">
              <a:latin typeface="+mn-ea"/>
              <a:ea typeface="+mn-ea"/>
            </a:rPr>
            <a:t>detection</a:t>
          </a:r>
        </a:p>
      </dgm:t>
    </dgm:pt>
    <dgm:pt modelId="{6CD24B3B-4A2B-440C-A9B0-5E145F3E8A1F}" type="parTrans" cxnId="{3CBB15D4-C18B-4A80-9282-76C67262D518}">
      <dgm:prSet/>
      <dgm:spPr/>
      <dgm:t>
        <a:bodyPr/>
        <a:lstStyle/>
        <a:p>
          <a:pPr latinLnBrk="1"/>
          <a:endParaRPr lang="ko-KR" altLang="en-US"/>
        </a:p>
      </dgm:t>
    </dgm:pt>
    <dgm:pt modelId="{B9C7CA24-CC44-4B58-9638-C5934107D7D8}" type="sibTrans" cxnId="{3CBB15D4-C18B-4A80-9282-76C67262D518}">
      <dgm:prSet/>
      <dgm:spPr/>
      <dgm:t>
        <a:bodyPr/>
        <a:lstStyle/>
        <a:p>
          <a:pPr latinLnBrk="1"/>
          <a:endParaRPr lang="ko-KR" altLang="en-US"/>
        </a:p>
      </dgm:t>
    </dgm:pt>
    <dgm:pt modelId="{67F20EAC-728F-401C-9E66-BD92E9F7B6A6}">
      <dgm:prSet custT="1"/>
      <dgm:spPr/>
      <dgm:t>
        <a:bodyPr/>
        <a:lstStyle/>
        <a:p>
          <a:r>
            <a:rPr lang="en-US" altLang="ko-KR" sz="1800" b="0" dirty="0">
              <a:latin typeface="+mn-ea"/>
              <a:ea typeface="+mn-ea"/>
            </a:rPr>
            <a:t>Global statistical analysis using SPM1D</a:t>
          </a:r>
        </a:p>
      </dgm:t>
    </dgm:pt>
    <dgm:pt modelId="{8AFE7EAE-5C42-4CF2-8F90-B912663BDBC7}" type="parTrans" cxnId="{82BF232A-3C7F-415B-9535-D61AB34A0DB7}">
      <dgm:prSet/>
      <dgm:spPr/>
      <dgm:t>
        <a:bodyPr/>
        <a:lstStyle/>
        <a:p>
          <a:pPr latinLnBrk="1"/>
          <a:endParaRPr lang="ko-KR" altLang="en-US"/>
        </a:p>
      </dgm:t>
    </dgm:pt>
    <dgm:pt modelId="{5818D9D8-B69F-4106-A08C-6D1285641DCC}" type="sibTrans" cxnId="{82BF232A-3C7F-415B-9535-D61AB34A0DB7}">
      <dgm:prSet/>
      <dgm:spPr/>
      <dgm:t>
        <a:bodyPr/>
        <a:lstStyle/>
        <a:p>
          <a:pPr latinLnBrk="1"/>
          <a:endParaRPr lang="ko-KR" altLang="en-US"/>
        </a:p>
      </dgm:t>
    </dgm:pt>
    <dgm:pt modelId="{282CD5E9-FD3B-4BE8-829B-9FF7D194E425}">
      <dgm:prSet phldrT="[텍스트]" custT="1"/>
      <dgm:spPr/>
      <dgm:t>
        <a:bodyPr/>
        <a:lstStyle/>
        <a:p>
          <a:pPr>
            <a:defRPr b="1"/>
          </a:pPr>
          <a:r>
            <a:rPr lang="en-US" altLang="ko-KR" sz="2000" dirty="0">
              <a:latin typeface="+mj-ea"/>
              <a:ea typeface="+mj-ea"/>
              <a:cs typeface="ADLaM Display" panose="02010000000000000000" pitchFamily="2" charset="0"/>
            </a:rPr>
            <a:t>Point Metric Analysis</a:t>
          </a:r>
          <a:endParaRPr lang="ko-KR" altLang="en-US" sz="20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858C52D2-31A7-44AB-932E-F173DBBBA61D}" type="sibTrans" cxnId="{5FEDAA13-E176-4A3A-A43A-BD1E4429C630}">
      <dgm:prSet/>
      <dgm:spPr/>
      <dgm:t>
        <a:bodyPr/>
        <a:lstStyle/>
        <a:p>
          <a:pPr latinLnBrk="1"/>
          <a:endParaRPr lang="ko-KR" altLang="en-US"/>
        </a:p>
      </dgm:t>
    </dgm:pt>
    <dgm:pt modelId="{330FBEF8-36B1-4715-B942-4A6E8FF038CF}" type="parTrans" cxnId="{5FEDAA13-E176-4A3A-A43A-BD1E4429C630}">
      <dgm:prSet/>
      <dgm:spPr/>
      <dgm:t>
        <a:bodyPr/>
        <a:lstStyle/>
        <a:p>
          <a:pPr latinLnBrk="1"/>
          <a:endParaRPr lang="ko-KR" altLang="en-US"/>
        </a:p>
      </dgm:t>
    </dgm:pt>
    <dgm:pt modelId="{ACC0991E-A635-433B-9132-D769EB3757D2}">
      <dgm:prSet custT="1"/>
      <dgm:spPr/>
      <dgm:t>
        <a:bodyPr/>
        <a:lstStyle/>
        <a:p>
          <a:r>
            <a:rPr lang="en-US" altLang="ko-KR" sz="1600" b="0" dirty="0">
              <a:latin typeface="+mn-ea"/>
              <a:ea typeface="+mn-ea"/>
            </a:rPr>
            <a:t>Looking at biomechanical metrics and specific time point</a:t>
          </a:r>
        </a:p>
      </dgm:t>
    </dgm:pt>
    <dgm:pt modelId="{346C5AA7-271B-464C-A4C5-B3211DC17AAA}" type="parTrans" cxnId="{A3423A78-E289-4B69-BF15-A17D0D1DF9A4}">
      <dgm:prSet/>
      <dgm:spPr/>
      <dgm:t>
        <a:bodyPr/>
        <a:lstStyle/>
        <a:p>
          <a:pPr latinLnBrk="1"/>
          <a:endParaRPr lang="ko-KR" altLang="en-US"/>
        </a:p>
      </dgm:t>
    </dgm:pt>
    <dgm:pt modelId="{A50213D0-6B93-4688-B0DE-DD4682B2E897}" type="sibTrans" cxnId="{A3423A78-E289-4B69-BF15-A17D0D1DF9A4}">
      <dgm:prSet/>
      <dgm:spPr/>
      <dgm:t>
        <a:bodyPr/>
        <a:lstStyle/>
        <a:p>
          <a:pPr latinLnBrk="1"/>
          <a:endParaRPr lang="ko-KR" altLang="en-US"/>
        </a:p>
      </dgm:t>
    </dgm:pt>
    <dgm:pt modelId="{D7FB4944-95E1-4FFC-B95D-ED7611002438}">
      <dgm:prSet custT="1"/>
      <dgm:spPr/>
      <dgm:t>
        <a:bodyPr/>
        <a:lstStyle/>
        <a:p>
          <a:r>
            <a:rPr lang="en-US" altLang="ko-KR" sz="1800" b="0" dirty="0">
              <a:latin typeface="+mn-ea"/>
              <a:ea typeface="+mn-ea"/>
            </a:rPr>
            <a:t>Clustering, distance </a:t>
          </a:r>
        </a:p>
      </dgm:t>
    </dgm:pt>
    <dgm:pt modelId="{D46CD8D6-D5B8-487B-B6F0-FB318FCECC2B}" type="parTrans" cxnId="{7AC541DB-8F52-4B02-A52C-311FF72DC8E0}">
      <dgm:prSet/>
      <dgm:spPr/>
      <dgm:t>
        <a:bodyPr/>
        <a:lstStyle/>
        <a:p>
          <a:pPr latinLnBrk="1"/>
          <a:endParaRPr lang="ko-KR" altLang="en-US"/>
        </a:p>
      </dgm:t>
    </dgm:pt>
    <dgm:pt modelId="{8A20F4EC-F47D-4598-A1A6-704BBADC5695}" type="sibTrans" cxnId="{7AC541DB-8F52-4B02-A52C-311FF72DC8E0}">
      <dgm:prSet/>
      <dgm:spPr/>
      <dgm:t>
        <a:bodyPr/>
        <a:lstStyle/>
        <a:p>
          <a:pPr latinLnBrk="1"/>
          <a:endParaRPr lang="ko-KR" altLang="en-US"/>
        </a:p>
      </dgm:t>
    </dgm:pt>
    <dgm:pt modelId="{AFD50E7D-670D-4E62-A60A-6F2AF5A8CCD1}">
      <dgm:prSet custT="1"/>
      <dgm:spPr/>
      <dgm:t>
        <a:bodyPr/>
        <a:lstStyle/>
        <a:p>
          <a:r>
            <a:rPr lang="en-US" altLang="ko-KR" sz="1800" b="0" dirty="0">
              <a:latin typeface="+mn-ea"/>
              <a:ea typeface="+mn-ea"/>
            </a:rPr>
            <a:t>Interpretation of ML using SHAP</a:t>
          </a:r>
        </a:p>
      </dgm:t>
    </dgm:pt>
    <dgm:pt modelId="{35259C91-427A-427A-9553-990E1D12E516}" type="parTrans" cxnId="{A573594C-B62D-46AA-AFF3-2D36AC803940}">
      <dgm:prSet/>
      <dgm:spPr/>
      <dgm:t>
        <a:bodyPr/>
        <a:lstStyle/>
        <a:p>
          <a:pPr latinLnBrk="1"/>
          <a:endParaRPr lang="ko-KR" altLang="en-US"/>
        </a:p>
      </dgm:t>
    </dgm:pt>
    <dgm:pt modelId="{145A93F8-A5C0-4BE7-B864-476487D68688}" type="sibTrans" cxnId="{A573594C-B62D-46AA-AFF3-2D36AC803940}">
      <dgm:prSet/>
      <dgm:spPr/>
      <dgm:t>
        <a:bodyPr/>
        <a:lstStyle/>
        <a:p>
          <a:pPr latinLnBrk="1"/>
          <a:endParaRPr lang="ko-KR" altLang="en-US"/>
        </a:p>
      </dgm:t>
    </dgm:pt>
    <dgm:pt modelId="{F5203B25-9E53-4CB2-ADB1-274EA06534D4}" type="pres">
      <dgm:prSet presAssocID="{D7323793-D658-4E34-941F-B5D8450799F8}" presName="root" presStyleCnt="0">
        <dgm:presLayoutVars>
          <dgm:dir/>
          <dgm:animLvl val="lvl"/>
        </dgm:presLayoutVars>
      </dgm:prSet>
      <dgm:spPr/>
    </dgm:pt>
    <dgm:pt modelId="{04871FB5-C048-4B4F-9088-1B0521020886}" type="pres">
      <dgm:prSet presAssocID="{D7323793-D658-4E34-941F-B5D8450799F8}" presName="divider" presStyleCnt="0"/>
      <dgm:spPr/>
    </dgm:pt>
    <dgm:pt modelId="{353799EE-2107-4F8A-9525-46ECDE4E5B0F}" type="pres">
      <dgm:prSet presAssocID="{D7323793-D658-4E34-941F-B5D8450799F8}" presName="rectBar" presStyleLbl="dkBgShp" presStyleIdx="0" presStyleCnt="7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3140D37-F243-4B43-87DF-B3222848D241}" type="pres">
      <dgm:prSet presAssocID="{D7323793-D658-4E34-941F-B5D8450799F8}" presName="chevronArrow" presStyleLbl="dkBgShp" presStyleIdx="1" presStyleCnt="7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69F8552-D970-4BD9-A22F-2398CB539358}" type="pres">
      <dgm:prSet presAssocID="{D7323793-D658-4E34-941F-B5D8450799F8}" presName="nodes" presStyleCnt="0">
        <dgm:presLayoutVars>
          <dgm:chMax/>
          <dgm:chPref/>
          <dgm:animLvl val="lvl"/>
        </dgm:presLayoutVars>
      </dgm:prSet>
      <dgm:spPr/>
    </dgm:pt>
    <dgm:pt modelId="{C98536E0-5C28-4129-9C99-0022DE1D9502}" type="pres">
      <dgm:prSet presAssocID="{0E45FA9C-E0CA-46C9-A60C-A839AD81BFC7}" presName="composite" presStyleCnt="0"/>
      <dgm:spPr/>
    </dgm:pt>
    <dgm:pt modelId="{729CB106-51C7-49FD-B1F9-F3C81CB4404C}" type="pres">
      <dgm:prSet presAssocID="{0E45FA9C-E0CA-46C9-A60C-A839AD81BFC7}" presName="DropPinPlaceHolder" presStyleCnt="0"/>
      <dgm:spPr/>
    </dgm:pt>
    <dgm:pt modelId="{9CBD5582-8FD8-4E8C-9C3C-D13008FC6704}" type="pres">
      <dgm:prSet presAssocID="{0E45FA9C-E0CA-46C9-A60C-A839AD81BFC7}" presName="DropPin" presStyleLbl="alignNode1" presStyleIdx="0" presStyleCnt="5"/>
      <dgm:spPr/>
    </dgm:pt>
    <dgm:pt modelId="{3BF613B2-487F-4325-8B98-600545BD2708}" type="pres">
      <dgm:prSet presAssocID="{0E45FA9C-E0CA-46C9-A60C-A839AD81BFC7}" presName="Ellipse" presStyleLbl="fgAcc1" presStyleIdx="0" presStyleCnt="5"/>
      <dgm:spPr/>
    </dgm:pt>
    <dgm:pt modelId="{BE41DAA7-68AA-49FA-A6AE-582B8D85F06F}" type="pres">
      <dgm:prSet presAssocID="{0E45FA9C-E0CA-46C9-A60C-A839AD81BFC7}" presName="L2TextContainer" presStyleLbl="revTx" presStyleIdx="0" presStyleCnt="10">
        <dgm:presLayoutVars>
          <dgm:bulletEnabled val="1"/>
        </dgm:presLayoutVars>
      </dgm:prSet>
      <dgm:spPr/>
    </dgm:pt>
    <dgm:pt modelId="{8621F809-6802-4FE2-87AE-D8A270507A94}" type="pres">
      <dgm:prSet presAssocID="{0E45FA9C-E0CA-46C9-A60C-A839AD81BFC7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BE2F1D80-9C5B-487F-B3FC-6359F403168C}" type="pres">
      <dgm:prSet presAssocID="{0E45FA9C-E0CA-46C9-A60C-A839AD81BFC7}" presName="ConnectLine" presStyleLbl="dkBgShp" presStyleIdx="2" presStyleCnt="7"/>
      <dgm:spPr/>
    </dgm:pt>
    <dgm:pt modelId="{8C1765F0-1A70-4854-839F-5F33AA83BFB3}" type="pres">
      <dgm:prSet presAssocID="{0E45FA9C-E0CA-46C9-A60C-A839AD81BFC7}" presName="ConnectorPoint" presStyleCnt="0"/>
      <dgm:spPr/>
    </dgm:pt>
    <dgm:pt modelId="{3D68A056-6066-4E4B-BECA-A56658C20C83}" type="pres">
      <dgm:prSet presAssocID="{0E45FA9C-E0CA-46C9-A60C-A839AD81BFC7}" presName="Bullet" presStyleLbl="lnNode1" presStyleIdx="0" presStyleCnt="5"/>
      <dgm:spPr/>
    </dgm:pt>
    <dgm:pt modelId="{475DE2FB-8CF6-427A-8B81-D4109F33ABB6}" type="pres">
      <dgm:prSet presAssocID="{0E45FA9C-E0CA-46C9-A60C-A839AD81BFC7}" presName="EmptyPlaceHolder" presStyleCnt="0"/>
      <dgm:spPr/>
    </dgm:pt>
    <dgm:pt modelId="{C81AE06E-726D-4D0F-ACEA-DEE4890D7113}" type="pres">
      <dgm:prSet presAssocID="{A3DD769C-E46A-4842-9929-86167F54CC9F}" presName="spaceBetweenRectangles" presStyleCnt="0"/>
      <dgm:spPr/>
    </dgm:pt>
    <dgm:pt modelId="{00D554D1-AD59-4AF0-BDA2-63B6DC0D1D7B}" type="pres">
      <dgm:prSet presAssocID="{282CD5E9-FD3B-4BE8-829B-9FF7D194E425}" presName="composite" presStyleCnt="0"/>
      <dgm:spPr/>
    </dgm:pt>
    <dgm:pt modelId="{1B29C972-541B-4D8D-A168-19BF196B3096}" type="pres">
      <dgm:prSet presAssocID="{282CD5E9-FD3B-4BE8-829B-9FF7D194E425}" presName="DropPinPlaceHolder" presStyleCnt="0"/>
      <dgm:spPr/>
    </dgm:pt>
    <dgm:pt modelId="{40ED2496-DCF3-4BF1-9DF7-D11334CDCC56}" type="pres">
      <dgm:prSet presAssocID="{282CD5E9-FD3B-4BE8-829B-9FF7D194E425}" presName="DropPin" presStyleLbl="alignNode1" presStyleIdx="1" presStyleCnt="5"/>
      <dgm:spPr/>
    </dgm:pt>
    <dgm:pt modelId="{40150EF2-C1BC-48B1-A06A-6739454149F6}" type="pres">
      <dgm:prSet presAssocID="{282CD5E9-FD3B-4BE8-829B-9FF7D194E425}" presName="Ellipse" presStyleLbl="fgAcc1" presStyleIdx="1" presStyleCnt="5"/>
      <dgm:spPr/>
    </dgm:pt>
    <dgm:pt modelId="{AE8DE273-8BFE-466F-90FE-F3BCBD1342C3}" type="pres">
      <dgm:prSet presAssocID="{282CD5E9-FD3B-4BE8-829B-9FF7D194E425}" presName="L2TextContainer" presStyleLbl="revTx" presStyleIdx="2" presStyleCnt="10">
        <dgm:presLayoutVars>
          <dgm:bulletEnabled val="1"/>
        </dgm:presLayoutVars>
      </dgm:prSet>
      <dgm:spPr/>
    </dgm:pt>
    <dgm:pt modelId="{37B714CD-EC77-4E57-A6BC-D822CA045B75}" type="pres">
      <dgm:prSet presAssocID="{282CD5E9-FD3B-4BE8-829B-9FF7D194E425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6C36053F-C231-4C67-94D2-46FB4CC7CE35}" type="pres">
      <dgm:prSet presAssocID="{282CD5E9-FD3B-4BE8-829B-9FF7D194E425}" presName="ConnectLine" presStyleLbl="dkBgShp" presStyleIdx="3" presStyleCnt="7"/>
      <dgm:spPr/>
    </dgm:pt>
    <dgm:pt modelId="{CF6051ED-40F5-4152-B3D5-5A363F61B295}" type="pres">
      <dgm:prSet presAssocID="{282CD5E9-FD3B-4BE8-829B-9FF7D194E425}" presName="ConnectorPoint" presStyleCnt="0"/>
      <dgm:spPr/>
    </dgm:pt>
    <dgm:pt modelId="{EED20AD0-59C7-4937-809B-E2511211076D}" type="pres">
      <dgm:prSet presAssocID="{282CD5E9-FD3B-4BE8-829B-9FF7D194E425}" presName="Bullet" presStyleLbl="lnNode1" presStyleIdx="1" presStyleCnt="5"/>
      <dgm:spPr/>
    </dgm:pt>
    <dgm:pt modelId="{79576F76-A4C1-4504-88E6-1AC85B1806F1}" type="pres">
      <dgm:prSet presAssocID="{282CD5E9-FD3B-4BE8-829B-9FF7D194E425}" presName="EmptyPlaceHolder" presStyleCnt="0"/>
      <dgm:spPr/>
    </dgm:pt>
    <dgm:pt modelId="{64E3E8A5-D8F1-4E81-8470-B1DDE6468EC8}" type="pres">
      <dgm:prSet presAssocID="{858C52D2-31A7-44AB-932E-F173DBBBA61D}" presName="spaceBetweenRectangles" presStyleCnt="0"/>
      <dgm:spPr/>
    </dgm:pt>
    <dgm:pt modelId="{5AF363AE-C7E6-4E93-825E-174D9CB0C580}" type="pres">
      <dgm:prSet presAssocID="{9522B110-989D-4096-AEAD-E9732AF5A992}" presName="composite" presStyleCnt="0"/>
      <dgm:spPr/>
    </dgm:pt>
    <dgm:pt modelId="{78BE16F0-3310-4C60-A16F-5482A46401A5}" type="pres">
      <dgm:prSet presAssocID="{9522B110-989D-4096-AEAD-E9732AF5A992}" presName="DropPinPlaceHolder" presStyleCnt="0"/>
      <dgm:spPr/>
    </dgm:pt>
    <dgm:pt modelId="{978D0942-51F1-43DB-AA5A-C8779752782E}" type="pres">
      <dgm:prSet presAssocID="{9522B110-989D-4096-AEAD-E9732AF5A992}" presName="DropPin" presStyleLbl="alignNode1" presStyleIdx="2" presStyleCnt="5"/>
      <dgm:spPr/>
    </dgm:pt>
    <dgm:pt modelId="{584A0754-832A-43FF-840E-D3DF60F63864}" type="pres">
      <dgm:prSet presAssocID="{9522B110-989D-4096-AEAD-E9732AF5A992}" presName="Ellipse" presStyleLbl="fgAcc1" presStyleIdx="2" presStyleCnt="5"/>
      <dgm:spPr/>
    </dgm:pt>
    <dgm:pt modelId="{2134585E-0AD1-4018-B95A-9A8927875A90}" type="pres">
      <dgm:prSet presAssocID="{9522B110-989D-4096-AEAD-E9732AF5A992}" presName="L2TextContainer" presStyleLbl="revTx" presStyleIdx="4" presStyleCnt="10">
        <dgm:presLayoutVars>
          <dgm:bulletEnabled val="1"/>
        </dgm:presLayoutVars>
      </dgm:prSet>
      <dgm:spPr/>
    </dgm:pt>
    <dgm:pt modelId="{2DC027FC-CB85-4115-BFB8-0F3365ABE263}" type="pres">
      <dgm:prSet presAssocID="{9522B110-989D-4096-AEAD-E9732AF5A992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EF610B0B-2839-40C7-AE0B-B97D344A5A16}" type="pres">
      <dgm:prSet presAssocID="{9522B110-989D-4096-AEAD-E9732AF5A992}" presName="ConnectLine" presStyleLbl="dkBgShp" presStyleIdx="4" presStyleCnt="7"/>
      <dgm:spPr/>
    </dgm:pt>
    <dgm:pt modelId="{633F4269-38BC-43B7-8960-2EF76AF7670B}" type="pres">
      <dgm:prSet presAssocID="{9522B110-989D-4096-AEAD-E9732AF5A992}" presName="ConnectorPoint" presStyleCnt="0"/>
      <dgm:spPr/>
    </dgm:pt>
    <dgm:pt modelId="{C0F5185F-19DE-4667-B02E-C4398B56503F}" type="pres">
      <dgm:prSet presAssocID="{9522B110-989D-4096-AEAD-E9732AF5A992}" presName="Bullet" presStyleLbl="lnNode1" presStyleIdx="2" presStyleCnt="5"/>
      <dgm:spPr/>
    </dgm:pt>
    <dgm:pt modelId="{2C977693-75AD-42A3-8288-20A08CA7C283}" type="pres">
      <dgm:prSet presAssocID="{9522B110-989D-4096-AEAD-E9732AF5A992}" presName="EmptyPlaceHolder" presStyleCnt="0"/>
      <dgm:spPr/>
    </dgm:pt>
    <dgm:pt modelId="{EFA39B50-6F2E-4FC0-8ED5-A43C4556CAF4}" type="pres">
      <dgm:prSet presAssocID="{5B72D634-EA44-4ACC-9462-186066086AB3}" presName="spaceBetweenRectangles" presStyleCnt="0"/>
      <dgm:spPr/>
    </dgm:pt>
    <dgm:pt modelId="{DDCF1B04-7078-44FF-9033-A6A9D6D50259}" type="pres">
      <dgm:prSet presAssocID="{8AAA3A3E-76AA-4C65-B21B-435C948232AB}" presName="composite" presStyleCnt="0"/>
      <dgm:spPr/>
    </dgm:pt>
    <dgm:pt modelId="{7A010B26-FBBC-436F-BAB6-E7D55E8BDDFA}" type="pres">
      <dgm:prSet presAssocID="{8AAA3A3E-76AA-4C65-B21B-435C948232AB}" presName="DropPinPlaceHolder" presStyleCnt="0"/>
      <dgm:spPr/>
    </dgm:pt>
    <dgm:pt modelId="{DD0278C8-D139-44DF-BEB7-6FE84BE1A669}" type="pres">
      <dgm:prSet presAssocID="{8AAA3A3E-76AA-4C65-B21B-435C948232AB}" presName="DropPin" presStyleLbl="alignNode1" presStyleIdx="3" presStyleCnt="5"/>
      <dgm:spPr/>
    </dgm:pt>
    <dgm:pt modelId="{43320922-4A22-4877-B285-638162E4807A}" type="pres">
      <dgm:prSet presAssocID="{8AAA3A3E-76AA-4C65-B21B-435C948232AB}" presName="Ellipse" presStyleLbl="fgAcc1" presStyleIdx="3" presStyleCnt="5"/>
      <dgm:spPr/>
    </dgm:pt>
    <dgm:pt modelId="{37681321-B30A-4FBD-AC42-7C3578444CF5}" type="pres">
      <dgm:prSet presAssocID="{8AAA3A3E-76AA-4C65-B21B-435C948232AB}" presName="L2TextContainer" presStyleLbl="revTx" presStyleIdx="6" presStyleCnt="10">
        <dgm:presLayoutVars>
          <dgm:bulletEnabled val="1"/>
        </dgm:presLayoutVars>
      </dgm:prSet>
      <dgm:spPr/>
    </dgm:pt>
    <dgm:pt modelId="{AAED46A9-347A-427F-9F3F-4738EDF7E89C}" type="pres">
      <dgm:prSet presAssocID="{8AAA3A3E-76AA-4C65-B21B-435C948232AB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CC18843E-2102-4867-8CC5-808FEE59DC5C}" type="pres">
      <dgm:prSet presAssocID="{8AAA3A3E-76AA-4C65-B21B-435C948232AB}" presName="ConnectLine" presStyleLbl="dkBgShp" presStyleIdx="5" presStyleCnt="7"/>
      <dgm:spPr/>
    </dgm:pt>
    <dgm:pt modelId="{EB7F68DC-366E-4667-AECB-5851F75ED320}" type="pres">
      <dgm:prSet presAssocID="{8AAA3A3E-76AA-4C65-B21B-435C948232AB}" presName="ConnectorPoint" presStyleCnt="0"/>
      <dgm:spPr/>
    </dgm:pt>
    <dgm:pt modelId="{47F20421-5457-4991-B319-F098657C2DB9}" type="pres">
      <dgm:prSet presAssocID="{8AAA3A3E-76AA-4C65-B21B-435C948232AB}" presName="Bullet" presStyleLbl="lnNode1" presStyleIdx="3" presStyleCnt="5"/>
      <dgm:spPr/>
    </dgm:pt>
    <dgm:pt modelId="{BD831ED0-0375-4894-B931-41A2871235FC}" type="pres">
      <dgm:prSet presAssocID="{8AAA3A3E-76AA-4C65-B21B-435C948232AB}" presName="EmptyPlaceHolder" presStyleCnt="0"/>
      <dgm:spPr/>
    </dgm:pt>
    <dgm:pt modelId="{C1626741-9AE3-4AF5-95CA-01A2BC77A454}" type="pres">
      <dgm:prSet presAssocID="{E0CE0508-97C1-485C-B7C3-D94ED229FDF1}" presName="spaceBetweenRectangles" presStyleCnt="0"/>
      <dgm:spPr/>
    </dgm:pt>
    <dgm:pt modelId="{0EC89F97-09B8-4814-846B-82417C25A69D}" type="pres">
      <dgm:prSet presAssocID="{710B3114-ECA9-4FED-A513-06BE709A3A9C}" presName="composite" presStyleCnt="0"/>
      <dgm:spPr/>
    </dgm:pt>
    <dgm:pt modelId="{9A832499-EC83-4DF1-8C99-2D3954C471B3}" type="pres">
      <dgm:prSet presAssocID="{710B3114-ECA9-4FED-A513-06BE709A3A9C}" presName="DropPinPlaceHolder" presStyleCnt="0"/>
      <dgm:spPr/>
    </dgm:pt>
    <dgm:pt modelId="{6AF8894D-1AF8-42F5-8598-2C29B110AC20}" type="pres">
      <dgm:prSet presAssocID="{710B3114-ECA9-4FED-A513-06BE709A3A9C}" presName="DropPin" presStyleLbl="alignNode1" presStyleIdx="4" presStyleCnt="5"/>
      <dgm:spPr/>
    </dgm:pt>
    <dgm:pt modelId="{592C236F-535F-4F22-B76D-8FE23E18A9A1}" type="pres">
      <dgm:prSet presAssocID="{710B3114-ECA9-4FED-A513-06BE709A3A9C}" presName="Ellipse" presStyleLbl="fgAcc1" presStyleIdx="4" presStyleCnt="5"/>
      <dgm:spPr/>
    </dgm:pt>
    <dgm:pt modelId="{273B22C8-F346-4E0A-8D4E-FC10F7DDB2C0}" type="pres">
      <dgm:prSet presAssocID="{710B3114-ECA9-4FED-A513-06BE709A3A9C}" presName="L2TextContainer" presStyleLbl="revTx" presStyleIdx="8" presStyleCnt="10">
        <dgm:presLayoutVars>
          <dgm:bulletEnabled val="1"/>
        </dgm:presLayoutVars>
      </dgm:prSet>
      <dgm:spPr/>
    </dgm:pt>
    <dgm:pt modelId="{2F583879-A680-4E87-A8BF-1CA88B4AD7D4}" type="pres">
      <dgm:prSet presAssocID="{710B3114-ECA9-4FED-A513-06BE709A3A9C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934504AF-ECD4-4518-BF22-AAAAF3F3ED71}" type="pres">
      <dgm:prSet presAssocID="{710B3114-ECA9-4FED-A513-06BE709A3A9C}" presName="ConnectLine" presStyleLbl="dkBgShp" presStyleIdx="6" presStyleCnt="7"/>
      <dgm:spPr/>
    </dgm:pt>
    <dgm:pt modelId="{4A96707C-6B2F-4FF0-A26D-5ADD8B135656}" type="pres">
      <dgm:prSet presAssocID="{710B3114-ECA9-4FED-A513-06BE709A3A9C}" presName="ConnectorPoint" presStyleCnt="0"/>
      <dgm:spPr/>
    </dgm:pt>
    <dgm:pt modelId="{E7A3F78B-165E-47D3-844B-130192E49E20}" type="pres">
      <dgm:prSet presAssocID="{710B3114-ECA9-4FED-A513-06BE709A3A9C}" presName="Bullet" presStyleLbl="lnNode1" presStyleIdx="4" presStyleCnt="5"/>
      <dgm:spPr/>
    </dgm:pt>
    <dgm:pt modelId="{BD886C37-F12F-418F-8770-BD429FFD5DCB}" type="pres">
      <dgm:prSet presAssocID="{710B3114-ECA9-4FED-A513-06BE709A3A9C}" presName="EmptyPlaceHolder" presStyleCnt="0"/>
      <dgm:spPr/>
    </dgm:pt>
  </dgm:ptLst>
  <dgm:cxnLst>
    <dgm:cxn modelId="{5B972207-8D3A-4B2A-9795-9B17300595C8}" type="presOf" srcId="{710B3114-ECA9-4FED-A513-06BE709A3A9C}" destId="{2F583879-A680-4E87-A8BF-1CA88B4AD7D4}" srcOrd="0" destOrd="0" presId="urn:microsoft.com/office/officeart/2024/layout/BulletTimeline"/>
    <dgm:cxn modelId="{FDE6C109-D633-4710-8782-E059D7E78188}" type="presOf" srcId="{8AAA3A3E-76AA-4C65-B21B-435C948232AB}" destId="{AAED46A9-347A-427F-9F3F-4738EDF7E89C}" srcOrd="0" destOrd="0" presId="urn:microsoft.com/office/officeart/2024/layout/BulletTimeline"/>
    <dgm:cxn modelId="{5FEDAA13-E176-4A3A-A43A-BD1E4429C630}" srcId="{D7323793-D658-4E34-941F-B5D8450799F8}" destId="{282CD5E9-FD3B-4BE8-829B-9FF7D194E425}" srcOrd="1" destOrd="0" parTransId="{330FBEF8-36B1-4715-B942-4A6E8FF038CF}" sibTransId="{858C52D2-31A7-44AB-932E-F173DBBBA61D}"/>
    <dgm:cxn modelId="{5DBA7729-8F00-47CF-B92F-84F0AC8A11C8}" srcId="{D7323793-D658-4E34-941F-B5D8450799F8}" destId="{0E45FA9C-E0CA-46C9-A60C-A839AD81BFC7}" srcOrd="0" destOrd="0" parTransId="{E61FB79C-FEE8-42AD-9929-87EE00A9218C}" sibTransId="{A3DD769C-E46A-4842-9929-86167F54CC9F}"/>
    <dgm:cxn modelId="{82BF232A-3C7F-415B-9535-D61AB34A0DB7}" srcId="{9522B110-989D-4096-AEAD-E9732AF5A992}" destId="{67F20EAC-728F-401C-9E66-BD92E9F7B6A6}" srcOrd="0" destOrd="0" parTransId="{8AFE7EAE-5C42-4CF2-8F90-B912663BDBC7}" sibTransId="{5818D9D8-B69F-4106-A08C-6D1285641DCC}"/>
    <dgm:cxn modelId="{A9E6252B-D2FD-4094-93B4-792FC9BC0BD3}" srcId="{D7323793-D658-4E34-941F-B5D8450799F8}" destId="{710B3114-ECA9-4FED-A513-06BE709A3A9C}" srcOrd="4" destOrd="0" parTransId="{E677899B-FEB9-46F1-B11F-311EEB8BFBF4}" sibTransId="{08A5CF46-58D1-43A7-ADCD-38F2469654E0}"/>
    <dgm:cxn modelId="{93A5862F-5BBD-4457-8E03-8CF58962A2D3}" type="presOf" srcId="{9522B110-989D-4096-AEAD-E9732AF5A992}" destId="{2DC027FC-CB85-4115-BFB8-0F3365ABE263}" srcOrd="0" destOrd="0" presId="urn:microsoft.com/office/officeart/2024/layout/BulletTimeline"/>
    <dgm:cxn modelId="{13EAAF61-3DAE-4112-AE0E-14CEF8C967E6}" srcId="{D7323793-D658-4E34-941F-B5D8450799F8}" destId="{9522B110-989D-4096-AEAD-E9732AF5A992}" srcOrd="2" destOrd="0" parTransId="{A4079454-1C30-4DB6-BC34-5F4224014DED}" sibTransId="{5B72D634-EA44-4ACC-9462-186066086AB3}"/>
    <dgm:cxn modelId="{9054E768-5B5C-490A-BF38-E47652CFE490}" srcId="{D7323793-D658-4E34-941F-B5D8450799F8}" destId="{8AAA3A3E-76AA-4C65-B21B-435C948232AB}" srcOrd="3" destOrd="0" parTransId="{9536B3E0-33A6-4012-AAD6-469940B87F90}" sibTransId="{E0CE0508-97C1-485C-B7C3-D94ED229FDF1}"/>
    <dgm:cxn modelId="{A573594C-B62D-46AA-AFF3-2D36AC803940}" srcId="{710B3114-ECA9-4FED-A513-06BE709A3A9C}" destId="{AFD50E7D-670D-4E62-A60A-6F2AF5A8CCD1}" srcOrd="0" destOrd="0" parTransId="{35259C91-427A-427A-9553-990E1D12E516}" sibTransId="{145A93F8-A5C0-4BE7-B864-476487D68688}"/>
    <dgm:cxn modelId="{A3423A78-E289-4B69-BF15-A17D0D1DF9A4}" srcId="{282CD5E9-FD3B-4BE8-829B-9FF7D194E425}" destId="{ACC0991E-A635-433B-9132-D769EB3757D2}" srcOrd="0" destOrd="0" parTransId="{346C5AA7-271B-464C-A4C5-B3211DC17AAA}" sibTransId="{A50213D0-6B93-4688-B0DE-DD4682B2E897}"/>
    <dgm:cxn modelId="{1E9F578B-6420-438B-A713-2DC3EC8B3E66}" type="presOf" srcId="{0E45FA9C-E0CA-46C9-A60C-A839AD81BFC7}" destId="{8621F809-6802-4FE2-87AE-D8A270507A94}" srcOrd="0" destOrd="0" presId="urn:microsoft.com/office/officeart/2024/layout/BulletTimeline"/>
    <dgm:cxn modelId="{49CDCA9B-E5BE-4421-BB5D-5D184CF463B1}" type="presOf" srcId="{AFD50E7D-670D-4E62-A60A-6F2AF5A8CCD1}" destId="{273B22C8-F346-4E0A-8D4E-FC10F7DDB2C0}" srcOrd="0" destOrd="0" presId="urn:microsoft.com/office/officeart/2024/layout/BulletTimeline"/>
    <dgm:cxn modelId="{CB6339B9-0255-44FA-8C99-F3A1C801DD69}" type="presOf" srcId="{282CD5E9-FD3B-4BE8-829B-9FF7D194E425}" destId="{37B714CD-EC77-4E57-A6BC-D822CA045B75}" srcOrd="0" destOrd="0" presId="urn:microsoft.com/office/officeart/2024/layout/BulletTimeline"/>
    <dgm:cxn modelId="{3CBB15D4-C18B-4A80-9282-76C67262D518}" srcId="{0E45FA9C-E0CA-46C9-A60C-A839AD81BFC7}" destId="{811F98F7-4864-4AE6-B29E-5D9D2F5BF7D2}" srcOrd="0" destOrd="0" parTransId="{6CD24B3B-4A2B-440C-A9B0-5E145F3E8A1F}" sibTransId="{B9C7CA24-CC44-4B58-9638-C5934107D7D8}"/>
    <dgm:cxn modelId="{856BDCDA-7FCD-4938-9761-2A11512E8CED}" type="presOf" srcId="{D7323793-D658-4E34-941F-B5D8450799F8}" destId="{F5203B25-9E53-4CB2-ADB1-274EA06534D4}" srcOrd="0" destOrd="0" presId="urn:microsoft.com/office/officeart/2024/layout/BulletTimeline"/>
    <dgm:cxn modelId="{7AC541DB-8F52-4B02-A52C-311FF72DC8E0}" srcId="{8AAA3A3E-76AA-4C65-B21B-435C948232AB}" destId="{D7FB4944-95E1-4FFC-B95D-ED7611002438}" srcOrd="0" destOrd="0" parTransId="{D46CD8D6-D5B8-487B-B6F0-FB318FCECC2B}" sibTransId="{8A20F4EC-F47D-4598-A1A6-704BBADC5695}"/>
    <dgm:cxn modelId="{040AEDDC-C6D4-4291-9F69-C9AE7C0F5F12}" type="presOf" srcId="{ACC0991E-A635-433B-9132-D769EB3757D2}" destId="{AE8DE273-8BFE-466F-90FE-F3BCBD1342C3}" srcOrd="0" destOrd="0" presId="urn:microsoft.com/office/officeart/2024/layout/BulletTimeline"/>
    <dgm:cxn modelId="{16D3FDE8-0F2C-4CE4-B347-681A760DEEC9}" type="presOf" srcId="{67F20EAC-728F-401C-9E66-BD92E9F7B6A6}" destId="{2134585E-0AD1-4018-B95A-9A8927875A90}" srcOrd="0" destOrd="0" presId="urn:microsoft.com/office/officeart/2024/layout/BulletTimeline"/>
    <dgm:cxn modelId="{C18A53E9-BCA2-4057-83AB-0E933F51C8FE}" type="presOf" srcId="{D7FB4944-95E1-4FFC-B95D-ED7611002438}" destId="{37681321-B30A-4FBD-AC42-7C3578444CF5}" srcOrd="0" destOrd="0" presId="urn:microsoft.com/office/officeart/2024/layout/BulletTimeline"/>
    <dgm:cxn modelId="{109555E9-3FAF-4E49-8B40-923111271DAE}" type="presOf" srcId="{811F98F7-4864-4AE6-B29E-5D9D2F5BF7D2}" destId="{BE41DAA7-68AA-49FA-A6AE-582B8D85F06F}" srcOrd="0" destOrd="0" presId="urn:microsoft.com/office/officeart/2024/layout/BulletTimeline"/>
    <dgm:cxn modelId="{FF676709-2646-4DF8-83A8-1551E5DE1B6A}" type="presParOf" srcId="{F5203B25-9E53-4CB2-ADB1-274EA06534D4}" destId="{04871FB5-C048-4B4F-9088-1B0521020886}" srcOrd="0" destOrd="0" presId="urn:microsoft.com/office/officeart/2024/layout/BulletTimeline"/>
    <dgm:cxn modelId="{7A7F2962-F24B-4778-9D4D-9E77969E642A}" type="presParOf" srcId="{04871FB5-C048-4B4F-9088-1B0521020886}" destId="{353799EE-2107-4F8A-9525-46ECDE4E5B0F}" srcOrd="0" destOrd="0" presId="urn:microsoft.com/office/officeart/2024/layout/BulletTimeline"/>
    <dgm:cxn modelId="{34DDCA08-183D-48D5-872A-555F4E444632}" type="presParOf" srcId="{04871FB5-C048-4B4F-9088-1B0521020886}" destId="{73140D37-F243-4B43-87DF-B3222848D241}" srcOrd="1" destOrd="0" presId="urn:microsoft.com/office/officeart/2024/layout/BulletTimeline"/>
    <dgm:cxn modelId="{90DA3CC6-3423-4EF3-8ADC-CB543FE0053F}" type="presParOf" srcId="{F5203B25-9E53-4CB2-ADB1-274EA06534D4}" destId="{869F8552-D970-4BD9-A22F-2398CB539358}" srcOrd="1" destOrd="0" presId="urn:microsoft.com/office/officeart/2024/layout/BulletTimeline"/>
    <dgm:cxn modelId="{1B78563F-BFA4-4BB9-B9A2-931A08BC0430}" type="presParOf" srcId="{869F8552-D970-4BD9-A22F-2398CB539358}" destId="{C98536E0-5C28-4129-9C99-0022DE1D9502}" srcOrd="0" destOrd="0" presId="urn:microsoft.com/office/officeart/2024/layout/BulletTimeline"/>
    <dgm:cxn modelId="{263CA963-97FD-409D-8B12-3079A7C68036}" type="presParOf" srcId="{C98536E0-5C28-4129-9C99-0022DE1D9502}" destId="{729CB106-51C7-49FD-B1F9-F3C81CB4404C}" srcOrd="0" destOrd="0" presId="urn:microsoft.com/office/officeart/2024/layout/BulletTimeline"/>
    <dgm:cxn modelId="{2BC92890-C025-467E-BADB-ACE95F240C7D}" type="presParOf" srcId="{729CB106-51C7-49FD-B1F9-F3C81CB4404C}" destId="{9CBD5582-8FD8-4E8C-9C3C-D13008FC6704}" srcOrd="0" destOrd="0" presId="urn:microsoft.com/office/officeart/2024/layout/BulletTimeline"/>
    <dgm:cxn modelId="{4A0B2065-3355-4813-B1BF-A637A8BAEBC4}" type="presParOf" srcId="{729CB106-51C7-49FD-B1F9-F3C81CB4404C}" destId="{3BF613B2-487F-4325-8B98-600545BD2708}" srcOrd="1" destOrd="0" presId="urn:microsoft.com/office/officeart/2024/layout/BulletTimeline"/>
    <dgm:cxn modelId="{19557A38-0A92-4311-ACCA-A50D32AE5C7D}" type="presParOf" srcId="{C98536E0-5C28-4129-9C99-0022DE1D9502}" destId="{BE41DAA7-68AA-49FA-A6AE-582B8D85F06F}" srcOrd="1" destOrd="0" presId="urn:microsoft.com/office/officeart/2024/layout/BulletTimeline"/>
    <dgm:cxn modelId="{2F497CCF-69A2-4978-8392-C15DA88E0C40}" type="presParOf" srcId="{C98536E0-5C28-4129-9C99-0022DE1D9502}" destId="{8621F809-6802-4FE2-87AE-D8A270507A94}" srcOrd="2" destOrd="0" presId="urn:microsoft.com/office/officeart/2024/layout/BulletTimeline"/>
    <dgm:cxn modelId="{EE139316-5863-41F4-9ABA-B13D82738CCE}" type="presParOf" srcId="{C98536E0-5C28-4129-9C99-0022DE1D9502}" destId="{BE2F1D80-9C5B-487F-B3FC-6359F403168C}" srcOrd="3" destOrd="0" presId="urn:microsoft.com/office/officeart/2024/layout/BulletTimeline"/>
    <dgm:cxn modelId="{7D8111BD-2DCA-4458-BC83-3DF08AD755B4}" type="presParOf" srcId="{C98536E0-5C28-4129-9C99-0022DE1D9502}" destId="{8C1765F0-1A70-4854-839F-5F33AA83BFB3}" srcOrd="4" destOrd="0" presId="urn:microsoft.com/office/officeart/2024/layout/BulletTimeline"/>
    <dgm:cxn modelId="{B22A3536-B166-4A21-920A-8398CD4FE20C}" type="presParOf" srcId="{8C1765F0-1A70-4854-839F-5F33AA83BFB3}" destId="{3D68A056-6066-4E4B-BECA-A56658C20C83}" srcOrd="0" destOrd="0" presId="urn:microsoft.com/office/officeart/2024/layout/BulletTimeline"/>
    <dgm:cxn modelId="{6388C4E4-C748-4854-B289-DE1FAF165AD1}" type="presParOf" srcId="{C98536E0-5C28-4129-9C99-0022DE1D9502}" destId="{475DE2FB-8CF6-427A-8B81-D4109F33ABB6}" srcOrd="5" destOrd="0" presId="urn:microsoft.com/office/officeart/2024/layout/BulletTimeline"/>
    <dgm:cxn modelId="{ADEEE097-1C8B-46F9-83F2-7B2DAE5BFFAB}" type="presParOf" srcId="{869F8552-D970-4BD9-A22F-2398CB539358}" destId="{C81AE06E-726D-4D0F-ACEA-DEE4890D7113}" srcOrd="1" destOrd="0" presId="urn:microsoft.com/office/officeart/2024/layout/BulletTimeline"/>
    <dgm:cxn modelId="{8AD40DFA-93EF-451E-AE59-513208DF8DB9}" type="presParOf" srcId="{869F8552-D970-4BD9-A22F-2398CB539358}" destId="{00D554D1-AD59-4AF0-BDA2-63B6DC0D1D7B}" srcOrd="2" destOrd="0" presId="urn:microsoft.com/office/officeart/2024/layout/BulletTimeline"/>
    <dgm:cxn modelId="{7ED7AEBB-9377-4250-BCDA-30B73088F69E}" type="presParOf" srcId="{00D554D1-AD59-4AF0-BDA2-63B6DC0D1D7B}" destId="{1B29C972-541B-4D8D-A168-19BF196B3096}" srcOrd="0" destOrd="0" presId="urn:microsoft.com/office/officeart/2024/layout/BulletTimeline"/>
    <dgm:cxn modelId="{A5500DE6-813F-4E5E-91EE-F41051D8133E}" type="presParOf" srcId="{1B29C972-541B-4D8D-A168-19BF196B3096}" destId="{40ED2496-DCF3-4BF1-9DF7-D11334CDCC56}" srcOrd="0" destOrd="0" presId="urn:microsoft.com/office/officeart/2024/layout/BulletTimeline"/>
    <dgm:cxn modelId="{099C27E2-1BDE-47E6-8798-4C29B5DBE008}" type="presParOf" srcId="{1B29C972-541B-4D8D-A168-19BF196B3096}" destId="{40150EF2-C1BC-48B1-A06A-6739454149F6}" srcOrd="1" destOrd="0" presId="urn:microsoft.com/office/officeart/2024/layout/BulletTimeline"/>
    <dgm:cxn modelId="{BBEC8F28-86B0-4B9A-B410-E68FE70646F9}" type="presParOf" srcId="{00D554D1-AD59-4AF0-BDA2-63B6DC0D1D7B}" destId="{AE8DE273-8BFE-466F-90FE-F3BCBD1342C3}" srcOrd="1" destOrd="0" presId="urn:microsoft.com/office/officeart/2024/layout/BulletTimeline"/>
    <dgm:cxn modelId="{E955FCF8-9E0C-4DD9-ABEA-6E1A20CB4B32}" type="presParOf" srcId="{00D554D1-AD59-4AF0-BDA2-63B6DC0D1D7B}" destId="{37B714CD-EC77-4E57-A6BC-D822CA045B75}" srcOrd="2" destOrd="0" presId="urn:microsoft.com/office/officeart/2024/layout/BulletTimeline"/>
    <dgm:cxn modelId="{41281EE1-4390-449B-B343-160A5E176B50}" type="presParOf" srcId="{00D554D1-AD59-4AF0-BDA2-63B6DC0D1D7B}" destId="{6C36053F-C231-4C67-94D2-46FB4CC7CE35}" srcOrd="3" destOrd="0" presId="urn:microsoft.com/office/officeart/2024/layout/BulletTimeline"/>
    <dgm:cxn modelId="{31E7FFCF-5B7A-4173-BC2B-BCC67AF4D8D4}" type="presParOf" srcId="{00D554D1-AD59-4AF0-BDA2-63B6DC0D1D7B}" destId="{CF6051ED-40F5-4152-B3D5-5A363F61B295}" srcOrd="4" destOrd="0" presId="urn:microsoft.com/office/officeart/2024/layout/BulletTimeline"/>
    <dgm:cxn modelId="{69C0BB30-39B4-4262-89EB-3F711E9AAF87}" type="presParOf" srcId="{CF6051ED-40F5-4152-B3D5-5A363F61B295}" destId="{EED20AD0-59C7-4937-809B-E2511211076D}" srcOrd="0" destOrd="0" presId="urn:microsoft.com/office/officeart/2024/layout/BulletTimeline"/>
    <dgm:cxn modelId="{1F331FD0-F6C9-44B3-A53A-69918F2D3734}" type="presParOf" srcId="{00D554D1-AD59-4AF0-BDA2-63B6DC0D1D7B}" destId="{79576F76-A4C1-4504-88E6-1AC85B1806F1}" srcOrd="5" destOrd="0" presId="urn:microsoft.com/office/officeart/2024/layout/BulletTimeline"/>
    <dgm:cxn modelId="{7303E74E-A350-476B-ADCB-3687FAED3AB9}" type="presParOf" srcId="{869F8552-D970-4BD9-A22F-2398CB539358}" destId="{64E3E8A5-D8F1-4E81-8470-B1DDE6468EC8}" srcOrd="3" destOrd="0" presId="urn:microsoft.com/office/officeart/2024/layout/BulletTimeline"/>
    <dgm:cxn modelId="{2BE8B161-42D3-4D92-871F-754E7BAE8675}" type="presParOf" srcId="{869F8552-D970-4BD9-A22F-2398CB539358}" destId="{5AF363AE-C7E6-4E93-825E-174D9CB0C580}" srcOrd="4" destOrd="0" presId="urn:microsoft.com/office/officeart/2024/layout/BulletTimeline"/>
    <dgm:cxn modelId="{AD19ECCE-07ED-4D48-8B91-7848914D7AC3}" type="presParOf" srcId="{5AF363AE-C7E6-4E93-825E-174D9CB0C580}" destId="{78BE16F0-3310-4C60-A16F-5482A46401A5}" srcOrd="0" destOrd="0" presId="urn:microsoft.com/office/officeart/2024/layout/BulletTimeline"/>
    <dgm:cxn modelId="{431AFE17-4560-48B3-BAA4-2C24E93379CC}" type="presParOf" srcId="{78BE16F0-3310-4C60-A16F-5482A46401A5}" destId="{978D0942-51F1-43DB-AA5A-C8779752782E}" srcOrd="0" destOrd="0" presId="urn:microsoft.com/office/officeart/2024/layout/BulletTimeline"/>
    <dgm:cxn modelId="{4C2FD160-7BA6-41F2-AC7C-39609A98FFD7}" type="presParOf" srcId="{78BE16F0-3310-4C60-A16F-5482A46401A5}" destId="{584A0754-832A-43FF-840E-D3DF60F63864}" srcOrd="1" destOrd="0" presId="urn:microsoft.com/office/officeart/2024/layout/BulletTimeline"/>
    <dgm:cxn modelId="{8CEFECA5-6FFB-40BF-AF64-B8099C14A8D1}" type="presParOf" srcId="{5AF363AE-C7E6-4E93-825E-174D9CB0C580}" destId="{2134585E-0AD1-4018-B95A-9A8927875A90}" srcOrd="1" destOrd="0" presId="urn:microsoft.com/office/officeart/2024/layout/BulletTimeline"/>
    <dgm:cxn modelId="{A64F3194-08BD-4EDC-9E5B-0D8BD9062F61}" type="presParOf" srcId="{5AF363AE-C7E6-4E93-825E-174D9CB0C580}" destId="{2DC027FC-CB85-4115-BFB8-0F3365ABE263}" srcOrd="2" destOrd="0" presId="urn:microsoft.com/office/officeart/2024/layout/BulletTimeline"/>
    <dgm:cxn modelId="{AF284DEF-D89F-4339-8CC8-B3D49E33CC20}" type="presParOf" srcId="{5AF363AE-C7E6-4E93-825E-174D9CB0C580}" destId="{EF610B0B-2839-40C7-AE0B-B97D344A5A16}" srcOrd="3" destOrd="0" presId="urn:microsoft.com/office/officeart/2024/layout/BulletTimeline"/>
    <dgm:cxn modelId="{77CD6618-AC41-4C53-AA21-03549F3FB6B8}" type="presParOf" srcId="{5AF363AE-C7E6-4E93-825E-174D9CB0C580}" destId="{633F4269-38BC-43B7-8960-2EF76AF7670B}" srcOrd="4" destOrd="0" presId="urn:microsoft.com/office/officeart/2024/layout/BulletTimeline"/>
    <dgm:cxn modelId="{E5E4E403-9657-440E-A2B5-29E66DD65BAA}" type="presParOf" srcId="{633F4269-38BC-43B7-8960-2EF76AF7670B}" destId="{C0F5185F-19DE-4667-B02E-C4398B56503F}" srcOrd="0" destOrd="0" presId="urn:microsoft.com/office/officeart/2024/layout/BulletTimeline"/>
    <dgm:cxn modelId="{DC9B4862-F0DD-4801-AE77-A767B5298C6C}" type="presParOf" srcId="{5AF363AE-C7E6-4E93-825E-174D9CB0C580}" destId="{2C977693-75AD-42A3-8288-20A08CA7C283}" srcOrd="5" destOrd="0" presId="urn:microsoft.com/office/officeart/2024/layout/BulletTimeline"/>
    <dgm:cxn modelId="{76229A8D-18D8-4F60-AF2F-B55DB617BEC1}" type="presParOf" srcId="{869F8552-D970-4BD9-A22F-2398CB539358}" destId="{EFA39B50-6F2E-4FC0-8ED5-A43C4556CAF4}" srcOrd="5" destOrd="0" presId="urn:microsoft.com/office/officeart/2024/layout/BulletTimeline"/>
    <dgm:cxn modelId="{AA4A7FC0-EAFC-47BC-9E5F-8FD66BF20A82}" type="presParOf" srcId="{869F8552-D970-4BD9-A22F-2398CB539358}" destId="{DDCF1B04-7078-44FF-9033-A6A9D6D50259}" srcOrd="6" destOrd="0" presId="urn:microsoft.com/office/officeart/2024/layout/BulletTimeline"/>
    <dgm:cxn modelId="{B43BCEE3-9D71-4AA1-9B85-E1F0989E734D}" type="presParOf" srcId="{DDCF1B04-7078-44FF-9033-A6A9D6D50259}" destId="{7A010B26-FBBC-436F-BAB6-E7D55E8BDDFA}" srcOrd="0" destOrd="0" presId="urn:microsoft.com/office/officeart/2024/layout/BulletTimeline"/>
    <dgm:cxn modelId="{76296B95-C4DF-42C4-A643-60B4C800748C}" type="presParOf" srcId="{7A010B26-FBBC-436F-BAB6-E7D55E8BDDFA}" destId="{DD0278C8-D139-44DF-BEB7-6FE84BE1A669}" srcOrd="0" destOrd="0" presId="urn:microsoft.com/office/officeart/2024/layout/BulletTimeline"/>
    <dgm:cxn modelId="{8C54C042-B29C-4820-8AE2-E9FE0617AA05}" type="presParOf" srcId="{7A010B26-FBBC-436F-BAB6-E7D55E8BDDFA}" destId="{43320922-4A22-4877-B285-638162E4807A}" srcOrd="1" destOrd="0" presId="urn:microsoft.com/office/officeart/2024/layout/BulletTimeline"/>
    <dgm:cxn modelId="{7D170E7D-F23C-4217-9DCA-004F96CE09E4}" type="presParOf" srcId="{DDCF1B04-7078-44FF-9033-A6A9D6D50259}" destId="{37681321-B30A-4FBD-AC42-7C3578444CF5}" srcOrd="1" destOrd="0" presId="urn:microsoft.com/office/officeart/2024/layout/BulletTimeline"/>
    <dgm:cxn modelId="{E9DD90FA-4F40-459A-9131-8466C1426BA0}" type="presParOf" srcId="{DDCF1B04-7078-44FF-9033-A6A9D6D50259}" destId="{AAED46A9-347A-427F-9F3F-4738EDF7E89C}" srcOrd="2" destOrd="0" presId="urn:microsoft.com/office/officeart/2024/layout/BulletTimeline"/>
    <dgm:cxn modelId="{7DF3B50D-B481-40AC-AE19-B3C4E01D4DAA}" type="presParOf" srcId="{DDCF1B04-7078-44FF-9033-A6A9D6D50259}" destId="{CC18843E-2102-4867-8CC5-808FEE59DC5C}" srcOrd="3" destOrd="0" presId="urn:microsoft.com/office/officeart/2024/layout/BulletTimeline"/>
    <dgm:cxn modelId="{5D5CE4CE-9C1F-4B60-969F-79873C63094A}" type="presParOf" srcId="{DDCF1B04-7078-44FF-9033-A6A9D6D50259}" destId="{EB7F68DC-366E-4667-AECB-5851F75ED320}" srcOrd="4" destOrd="0" presId="urn:microsoft.com/office/officeart/2024/layout/BulletTimeline"/>
    <dgm:cxn modelId="{6A0385D9-B16E-436A-AFB9-79B85477D56D}" type="presParOf" srcId="{EB7F68DC-366E-4667-AECB-5851F75ED320}" destId="{47F20421-5457-4991-B319-F098657C2DB9}" srcOrd="0" destOrd="0" presId="urn:microsoft.com/office/officeart/2024/layout/BulletTimeline"/>
    <dgm:cxn modelId="{E4C5936F-9463-46AF-B862-7342762A3AC7}" type="presParOf" srcId="{DDCF1B04-7078-44FF-9033-A6A9D6D50259}" destId="{BD831ED0-0375-4894-B931-41A2871235FC}" srcOrd="5" destOrd="0" presId="urn:microsoft.com/office/officeart/2024/layout/BulletTimeline"/>
    <dgm:cxn modelId="{71B4A793-A865-4386-B723-7560274CA71F}" type="presParOf" srcId="{869F8552-D970-4BD9-A22F-2398CB539358}" destId="{C1626741-9AE3-4AF5-95CA-01A2BC77A454}" srcOrd="7" destOrd="0" presId="urn:microsoft.com/office/officeart/2024/layout/BulletTimeline"/>
    <dgm:cxn modelId="{E62023FC-4ECB-4FF1-8D21-01B2EEFC71A4}" type="presParOf" srcId="{869F8552-D970-4BD9-A22F-2398CB539358}" destId="{0EC89F97-09B8-4814-846B-82417C25A69D}" srcOrd="8" destOrd="0" presId="urn:microsoft.com/office/officeart/2024/layout/BulletTimeline"/>
    <dgm:cxn modelId="{CB2C33EC-6A04-4142-BB28-34D2F05AFFF3}" type="presParOf" srcId="{0EC89F97-09B8-4814-846B-82417C25A69D}" destId="{9A832499-EC83-4DF1-8C99-2D3954C471B3}" srcOrd="0" destOrd="0" presId="urn:microsoft.com/office/officeart/2024/layout/BulletTimeline"/>
    <dgm:cxn modelId="{66ACF338-7DA7-42BA-9377-2F179F502632}" type="presParOf" srcId="{9A832499-EC83-4DF1-8C99-2D3954C471B3}" destId="{6AF8894D-1AF8-42F5-8598-2C29B110AC20}" srcOrd="0" destOrd="0" presId="urn:microsoft.com/office/officeart/2024/layout/BulletTimeline"/>
    <dgm:cxn modelId="{49F09242-CDF8-4977-A88B-6E124BD4770B}" type="presParOf" srcId="{9A832499-EC83-4DF1-8C99-2D3954C471B3}" destId="{592C236F-535F-4F22-B76D-8FE23E18A9A1}" srcOrd="1" destOrd="0" presId="urn:microsoft.com/office/officeart/2024/layout/BulletTimeline"/>
    <dgm:cxn modelId="{BFDA0F5D-4300-436E-A052-90FDE4F717BB}" type="presParOf" srcId="{0EC89F97-09B8-4814-846B-82417C25A69D}" destId="{273B22C8-F346-4E0A-8D4E-FC10F7DDB2C0}" srcOrd="1" destOrd="0" presId="urn:microsoft.com/office/officeart/2024/layout/BulletTimeline"/>
    <dgm:cxn modelId="{4BAB7262-BA43-45F8-A8AE-BD2C50E714FE}" type="presParOf" srcId="{0EC89F97-09B8-4814-846B-82417C25A69D}" destId="{2F583879-A680-4E87-A8BF-1CA88B4AD7D4}" srcOrd="2" destOrd="0" presId="urn:microsoft.com/office/officeart/2024/layout/BulletTimeline"/>
    <dgm:cxn modelId="{71C73EBE-C7A9-43A1-9741-ADA509260775}" type="presParOf" srcId="{0EC89F97-09B8-4814-846B-82417C25A69D}" destId="{934504AF-ECD4-4518-BF22-AAAAF3F3ED71}" srcOrd="3" destOrd="0" presId="urn:microsoft.com/office/officeart/2024/layout/BulletTimeline"/>
    <dgm:cxn modelId="{5071C782-C9F6-4989-9D01-3911ECAC5FCF}" type="presParOf" srcId="{0EC89F97-09B8-4814-846B-82417C25A69D}" destId="{4A96707C-6B2F-4FF0-A26D-5ADD8B135656}" srcOrd="4" destOrd="0" presId="urn:microsoft.com/office/officeart/2024/layout/BulletTimeline"/>
    <dgm:cxn modelId="{9FB3C0C2-5167-442A-8E67-C2EEC011ED77}" type="presParOf" srcId="{4A96707C-6B2F-4FF0-A26D-5ADD8B135656}" destId="{E7A3F78B-165E-47D3-844B-130192E49E20}" srcOrd="0" destOrd="0" presId="urn:microsoft.com/office/officeart/2024/layout/BulletTimeline"/>
    <dgm:cxn modelId="{565ADF03-BF91-4BD7-814F-73EAB3EA1D40}" type="presParOf" srcId="{0EC89F97-09B8-4814-846B-82417C25A69D}" destId="{BD886C37-F12F-418F-8770-BD429FFD5DCB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AE098-B401-4C68-BE4E-9E47A4483601}">
      <dsp:nvSpPr>
        <dsp:cNvPr id="0" name=""/>
        <dsp:cNvSpPr/>
      </dsp:nvSpPr>
      <dsp:spPr>
        <a:xfrm>
          <a:off x="-5952433" y="-910874"/>
          <a:ext cx="7086138" cy="7086138"/>
        </a:xfrm>
        <a:prstGeom prst="blockArc">
          <a:avLst>
            <a:gd name="adj1" fmla="val 18900000"/>
            <a:gd name="adj2" fmla="val 2700000"/>
            <a:gd name="adj3" fmla="val 305"/>
          </a:avLst>
        </a:pr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E5181F-3222-4494-A737-0C93083335B5}">
      <dsp:nvSpPr>
        <dsp:cNvPr id="0" name=""/>
        <dsp:cNvSpPr/>
      </dsp:nvSpPr>
      <dsp:spPr>
        <a:xfrm>
          <a:off x="593379" y="404726"/>
          <a:ext cx="8366041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IMU- and ML-based Impairment Assessment</a:t>
          </a:r>
          <a:endParaRPr lang="ko-KR" altLang="en-US" sz="3000" kern="1200" dirty="0"/>
        </a:p>
      </dsp:txBody>
      <dsp:txXfrm>
        <a:off x="593379" y="404726"/>
        <a:ext cx="8366041" cy="809873"/>
      </dsp:txXfrm>
    </dsp:sp>
    <dsp:sp modelId="{57C2391F-8E07-4BB8-8C14-1548B83081E0}">
      <dsp:nvSpPr>
        <dsp:cNvPr id="0" name=""/>
        <dsp:cNvSpPr/>
      </dsp:nvSpPr>
      <dsp:spPr>
        <a:xfrm>
          <a:off x="87208" y="303492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C2188-0744-409B-9908-8354E3D3A3CB}">
      <dsp:nvSpPr>
        <dsp:cNvPr id="0" name=""/>
        <dsp:cNvSpPr/>
      </dsp:nvSpPr>
      <dsp:spPr>
        <a:xfrm>
          <a:off x="1057698" y="1619747"/>
          <a:ext cx="7901722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Multi-speed</a:t>
          </a:r>
          <a:endParaRPr lang="ko-KR" altLang="en-US" sz="3000" kern="1200" dirty="0"/>
        </a:p>
      </dsp:txBody>
      <dsp:txXfrm>
        <a:off x="1057698" y="1619747"/>
        <a:ext cx="7901722" cy="809873"/>
      </dsp:txXfrm>
    </dsp:sp>
    <dsp:sp modelId="{C7995E51-4BB0-4940-92DF-E4AF26D45353}">
      <dsp:nvSpPr>
        <dsp:cNvPr id="0" name=""/>
        <dsp:cNvSpPr/>
      </dsp:nvSpPr>
      <dsp:spPr>
        <a:xfrm>
          <a:off x="551527" y="1518513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553F3-07ED-48CA-8CB4-91AF59EBD65E}">
      <dsp:nvSpPr>
        <dsp:cNvPr id="0" name=""/>
        <dsp:cNvSpPr/>
      </dsp:nvSpPr>
      <dsp:spPr>
        <a:xfrm>
          <a:off x="1057698" y="2834768"/>
          <a:ext cx="7901722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E</a:t>
          </a:r>
          <a:r>
            <a:rPr lang="ko-KR" sz="3000" kern="1200" dirty="0" err="1"/>
            <a:t>arly</a:t>
          </a:r>
          <a:r>
            <a:rPr lang="ko-KR" sz="3000" kern="1200" dirty="0"/>
            <a:t> </a:t>
          </a:r>
          <a:r>
            <a:rPr lang="en-US" altLang="ko-KR" sz="3000" kern="1200" dirty="0"/>
            <a:t>R</a:t>
          </a:r>
          <a:r>
            <a:rPr lang="ko-KR" sz="3000" kern="1200" dirty="0" err="1"/>
            <a:t>ehabilitation</a:t>
          </a:r>
          <a:endParaRPr lang="ko-KR" altLang="en-US" sz="3000" kern="1200" dirty="0"/>
        </a:p>
      </dsp:txBody>
      <dsp:txXfrm>
        <a:off x="1057698" y="2834768"/>
        <a:ext cx="7901722" cy="809873"/>
      </dsp:txXfrm>
    </dsp:sp>
    <dsp:sp modelId="{BA8D0039-15CE-4739-A57F-05EFF2EF5746}">
      <dsp:nvSpPr>
        <dsp:cNvPr id="0" name=""/>
        <dsp:cNvSpPr/>
      </dsp:nvSpPr>
      <dsp:spPr>
        <a:xfrm>
          <a:off x="551527" y="2733533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3C926-F06F-4ED7-84E7-572CD21C66D0}">
      <dsp:nvSpPr>
        <dsp:cNvPr id="0" name=""/>
        <dsp:cNvSpPr/>
      </dsp:nvSpPr>
      <dsp:spPr>
        <a:xfrm>
          <a:off x="593379" y="4049789"/>
          <a:ext cx="8366041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 dirty="0" err="1"/>
            <a:t>Feasibility</a:t>
          </a:r>
          <a:r>
            <a:rPr lang="ko-KR" sz="3000" kern="1200" dirty="0"/>
            <a:t> of </a:t>
          </a:r>
          <a:r>
            <a:rPr lang="ko-KR" sz="3000" kern="1200" dirty="0" err="1"/>
            <a:t>Quantifying</a:t>
          </a:r>
          <a:r>
            <a:rPr lang="ko-KR" sz="3000" kern="1200" dirty="0"/>
            <a:t> </a:t>
          </a:r>
          <a:r>
            <a:rPr lang="ko-KR" sz="3000" kern="1200" dirty="0" err="1"/>
            <a:t>Assessment</a:t>
          </a:r>
          <a:r>
            <a:rPr lang="ko-KR" sz="3000" kern="1200" dirty="0"/>
            <a:t> </a:t>
          </a:r>
          <a:r>
            <a:rPr lang="ko-KR" sz="3000" kern="1200" dirty="0" err="1"/>
            <a:t>Outcomes</a:t>
          </a:r>
          <a:endParaRPr lang="ko-KR" altLang="en-US" sz="3000" kern="1200" dirty="0"/>
        </a:p>
      </dsp:txBody>
      <dsp:txXfrm>
        <a:off x="593379" y="4049789"/>
        <a:ext cx="8366041" cy="809873"/>
      </dsp:txXfrm>
    </dsp:sp>
    <dsp:sp modelId="{6E51CDBB-24AC-409A-9564-192C72C5738B}">
      <dsp:nvSpPr>
        <dsp:cNvPr id="0" name=""/>
        <dsp:cNvSpPr/>
      </dsp:nvSpPr>
      <dsp:spPr>
        <a:xfrm>
          <a:off x="87208" y="3948554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799EE-2107-4F8A-9525-46ECDE4E5B0F}">
      <dsp:nvSpPr>
        <dsp:cNvPr id="0" name=""/>
        <dsp:cNvSpPr/>
      </dsp:nvSpPr>
      <dsp:spPr>
        <a:xfrm>
          <a:off x="0" y="2384562"/>
          <a:ext cx="11308781" cy="48172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40D37-F243-4B43-87DF-B3222848D241}">
      <dsp:nvSpPr>
        <dsp:cNvPr id="0" name=""/>
        <dsp:cNvSpPr/>
      </dsp:nvSpPr>
      <dsp:spPr>
        <a:xfrm>
          <a:off x="11065160" y="2215957"/>
          <a:ext cx="289037" cy="38538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1DAA7-68AA-49FA-A6AE-582B8D85F06F}">
      <dsp:nvSpPr>
        <dsp:cNvPr id="0" name=""/>
        <dsp:cNvSpPr/>
      </dsp:nvSpPr>
      <dsp:spPr>
        <a:xfrm>
          <a:off x="622158" y="1098343"/>
          <a:ext cx="3138260" cy="111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0" kern="1200" dirty="0">
              <a:latin typeface="+mn-ea"/>
              <a:ea typeface="+mn-ea"/>
            </a:rPr>
            <a:t>Data inspection and normalization</a:t>
          </a:r>
          <a:r>
            <a:rPr lang="en-US" altLang="ko-KR" sz="1800" b="0" kern="1200" dirty="0">
              <a:latin typeface="+mn-ea"/>
              <a:ea typeface="+mn-ea"/>
            </a:rPr>
            <a:t>, peak </a:t>
          </a:r>
          <a:r>
            <a:rPr lang="ko-KR" altLang="en-US" sz="1800" b="0" kern="1200" dirty="0">
              <a:latin typeface="+mn-ea"/>
              <a:ea typeface="+mn-ea"/>
            </a:rPr>
            <a:t>detection</a:t>
          </a:r>
        </a:p>
      </dsp:txBody>
      <dsp:txXfrm>
        <a:off x="622158" y="1098343"/>
        <a:ext cx="3138260" cy="1117613"/>
      </dsp:txXfrm>
    </dsp:sp>
    <dsp:sp modelId="{8621F809-6802-4FE2-87AE-D8A270507A94}">
      <dsp:nvSpPr>
        <dsp:cNvPr id="0" name=""/>
        <dsp:cNvSpPr/>
      </dsp:nvSpPr>
      <dsp:spPr>
        <a:xfrm>
          <a:off x="622158" y="520268"/>
          <a:ext cx="3138260" cy="5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b="1" kern="1200" dirty="0">
              <a:latin typeface="+mj-ea"/>
              <a:ea typeface="+mj-ea"/>
              <a:cs typeface="ADLaM Display" panose="02010000000000000000" pitchFamily="2" charset="0"/>
            </a:rPr>
            <a:t>Data Preprocessing</a:t>
          </a:r>
          <a:endParaRPr lang="ko-KR" altLang="en-US" sz="2400" b="1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622158" y="520268"/>
        <a:ext cx="3138260" cy="578075"/>
      </dsp:txXfrm>
    </dsp:sp>
    <dsp:sp modelId="{BE2F1D80-9C5B-487F-B3FC-6359F403168C}">
      <dsp:nvSpPr>
        <dsp:cNvPr id="0" name=""/>
        <dsp:cNvSpPr/>
      </dsp:nvSpPr>
      <dsp:spPr>
        <a:xfrm>
          <a:off x="294581" y="481729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DE273-8BFE-466F-90FE-F3BCBD1342C3}">
      <dsp:nvSpPr>
        <dsp:cNvPr id="0" name=""/>
        <dsp:cNvSpPr/>
      </dsp:nvSpPr>
      <dsp:spPr>
        <a:xfrm>
          <a:off x="2512676" y="3391377"/>
          <a:ext cx="3138260" cy="905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0" kern="1200" dirty="0">
              <a:latin typeface="+mn-ea"/>
              <a:ea typeface="+mn-ea"/>
            </a:rPr>
            <a:t>Looking at biomechanical metrics and specific time point</a:t>
          </a:r>
        </a:p>
      </dsp:txBody>
      <dsp:txXfrm>
        <a:off x="2512676" y="3391377"/>
        <a:ext cx="3138260" cy="905652"/>
      </dsp:txXfrm>
    </dsp:sp>
    <dsp:sp modelId="{37B714CD-EC77-4E57-A6BC-D822CA045B75}">
      <dsp:nvSpPr>
        <dsp:cNvPr id="0" name=""/>
        <dsp:cNvSpPr/>
      </dsp:nvSpPr>
      <dsp:spPr>
        <a:xfrm>
          <a:off x="2512676" y="2794032"/>
          <a:ext cx="3138260" cy="59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>
              <a:latin typeface="+mj-ea"/>
              <a:ea typeface="+mj-ea"/>
              <a:cs typeface="ADLaM Display" panose="02010000000000000000" pitchFamily="2" charset="0"/>
            </a:rPr>
            <a:t>Point Metric Analysis</a:t>
          </a:r>
          <a:endParaRPr lang="ko-KR" altLang="en-US" sz="20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2512676" y="2794032"/>
        <a:ext cx="3138260" cy="597344"/>
      </dsp:txXfrm>
    </dsp:sp>
    <dsp:sp modelId="{6C36053F-C231-4C67-94D2-46FB4CC7CE35}">
      <dsp:nvSpPr>
        <dsp:cNvPr id="0" name=""/>
        <dsp:cNvSpPr/>
      </dsp:nvSpPr>
      <dsp:spPr>
        <a:xfrm>
          <a:off x="2185100" y="2408648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8A056-6066-4E4B-BECA-A56658C20C83}">
      <dsp:nvSpPr>
        <dsp:cNvPr id="0" name=""/>
        <dsp:cNvSpPr/>
      </dsp:nvSpPr>
      <dsp:spPr>
        <a:xfrm>
          <a:off x="213651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ED20AD0-59C7-4937-809B-E2511211076D}">
      <dsp:nvSpPr>
        <dsp:cNvPr id="0" name=""/>
        <dsp:cNvSpPr/>
      </dsp:nvSpPr>
      <dsp:spPr>
        <a:xfrm>
          <a:off x="2104169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34585E-0AD1-4018-B95A-9A8927875A90}">
      <dsp:nvSpPr>
        <dsp:cNvPr id="0" name=""/>
        <dsp:cNvSpPr/>
      </dsp:nvSpPr>
      <dsp:spPr>
        <a:xfrm>
          <a:off x="4403194" y="1098343"/>
          <a:ext cx="3138260" cy="111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0" kern="1200" dirty="0">
              <a:latin typeface="+mn-ea"/>
              <a:ea typeface="+mn-ea"/>
            </a:rPr>
            <a:t>Global statistical analysis using SPM1D</a:t>
          </a:r>
        </a:p>
      </dsp:txBody>
      <dsp:txXfrm>
        <a:off x="4403194" y="1098343"/>
        <a:ext cx="3138260" cy="1117613"/>
      </dsp:txXfrm>
    </dsp:sp>
    <dsp:sp modelId="{2DC027FC-CB85-4115-BFB8-0F3365ABE263}">
      <dsp:nvSpPr>
        <dsp:cNvPr id="0" name=""/>
        <dsp:cNvSpPr/>
      </dsp:nvSpPr>
      <dsp:spPr>
        <a:xfrm>
          <a:off x="4403194" y="520268"/>
          <a:ext cx="3138260" cy="5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kern="1200" dirty="0">
              <a:latin typeface="+mj-ea"/>
              <a:ea typeface="+mj-ea"/>
              <a:cs typeface="ADLaM Display" panose="02010000000000000000" pitchFamily="2" charset="0"/>
            </a:rPr>
            <a:t>Waveform Analysis</a:t>
          </a:r>
          <a:endParaRPr lang="ko-KR" altLang="en-US" sz="24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4403194" y="520268"/>
        <a:ext cx="3138260" cy="578075"/>
      </dsp:txXfrm>
    </dsp:sp>
    <dsp:sp modelId="{EF610B0B-2839-40C7-AE0B-B97D344A5A16}">
      <dsp:nvSpPr>
        <dsp:cNvPr id="0" name=""/>
        <dsp:cNvSpPr/>
      </dsp:nvSpPr>
      <dsp:spPr>
        <a:xfrm>
          <a:off x="4075618" y="481729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81321-B30A-4FBD-AC42-7C3578444CF5}">
      <dsp:nvSpPr>
        <dsp:cNvPr id="0" name=""/>
        <dsp:cNvSpPr/>
      </dsp:nvSpPr>
      <dsp:spPr>
        <a:xfrm>
          <a:off x="6293713" y="3391377"/>
          <a:ext cx="3138260" cy="905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0" kern="1200" dirty="0">
              <a:latin typeface="+mn-ea"/>
              <a:ea typeface="+mn-ea"/>
            </a:rPr>
            <a:t>Clustering, distance </a:t>
          </a:r>
        </a:p>
      </dsp:txBody>
      <dsp:txXfrm>
        <a:off x="6293713" y="3391377"/>
        <a:ext cx="3138260" cy="905652"/>
      </dsp:txXfrm>
    </dsp:sp>
    <dsp:sp modelId="{AAED46A9-347A-427F-9F3F-4738EDF7E89C}">
      <dsp:nvSpPr>
        <dsp:cNvPr id="0" name=""/>
        <dsp:cNvSpPr/>
      </dsp:nvSpPr>
      <dsp:spPr>
        <a:xfrm>
          <a:off x="6293713" y="2794032"/>
          <a:ext cx="3138260" cy="59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kern="1200" dirty="0">
              <a:latin typeface="+mj-ea"/>
              <a:ea typeface="+mj-ea"/>
              <a:cs typeface="ADLaM Display" panose="02010000000000000000" pitchFamily="2" charset="0"/>
            </a:rPr>
            <a:t>Impairment Scoring</a:t>
          </a:r>
          <a:endParaRPr lang="ko-KR" altLang="en-US" sz="24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6293713" y="2794032"/>
        <a:ext cx="3138260" cy="597344"/>
      </dsp:txXfrm>
    </dsp:sp>
    <dsp:sp modelId="{CC18843E-2102-4867-8CC5-808FEE59DC5C}">
      <dsp:nvSpPr>
        <dsp:cNvPr id="0" name=""/>
        <dsp:cNvSpPr/>
      </dsp:nvSpPr>
      <dsp:spPr>
        <a:xfrm>
          <a:off x="5966136" y="2408648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5185F-19DE-4667-B02E-C4398B56503F}">
      <dsp:nvSpPr>
        <dsp:cNvPr id="0" name=""/>
        <dsp:cNvSpPr/>
      </dsp:nvSpPr>
      <dsp:spPr>
        <a:xfrm>
          <a:off x="3994687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F20421-5457-4991-B319-F098657C2DB9}">
      <dsp:nvSpPr>
        <dsp:cNvPr id="0" name=""/>
        <dsp:cNvSpPr/>
      </dsp:nvSpPr>
      <dsp:spPr>
        <a:xfrm>
          <a:off x="5885206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3B22C8-F346-4E0A-8D4E-FC10F7DDB2C0}">
      <dsp:nvSpPr>
        <dsp:cNvPr id="0" name=""/>
        <dsp:cNvSpPr/>
      </dsp:nvSpPr>
      <dsp:spPr>
        <a:xfrm>
          <a:off x="8184231" y="1098343"/>
          <a:ext cx="3138260" cy="111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0" kern="1200" dirty="0">
              <a:latin typeface="+mn-ea"/>
              <a:ea typeface="+mn-ea"/>
            </a:rPr>
            <a:t>Interpretation of ML using SHAP</a:t>
          </a:r>
        </a:p>
      </dsp:txBody>
      <dsp:txXfrm>
        <a:off x="8184231" y="1098343"/>
        <a:ext cx="3138260" cy="1117613"/>
      </dsp:txXfrm>
    </dsp:sp>
    <dsp:sp modelId="{2F583879-A680-4E87-A8BF-1CA88B4AD7D4}">
      <dsp:nvSpPr>
        <dsp:cNvPr id="0" name=""/>
        <dsp:cNvSpPr/>
      </dsp:nvSpPr>
      <dsp:spPr>
        <a:xfrm>
          <a:off x="8184231" y="520268"/>
          <a:ext cx="3138260" cy="5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kern="1200" dirty="0">
              <a:latin typeface="+mj-ea"/>
              <a:ea typeface="+mj-ea"/>
              <a:cs typeface="ADLaM Display" panose="02010000000000000000" pitchFamily="2" charset="0"/>
            </a:rPr>
            <a:t>SHAP Interpreting</a:t>
          </a:r>
          <a:endParaRPr lang="ko-KR" altLang="en-US" sz="24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8184231" y="520268"/>
        <a:ext cx="3138260" cy="578075"/>
      </dsp:txXfrm>
    </dsp:sp>
    <dsp:sp modelId="{934504AF-ECD4-4518-BF22-AAAAF3F3ED71}">
      <dsp:nvSpPr>
        <dsp:cNvPr id="0" name=""/>
        <dsp:cNvSpPr/>
      </dsp:nvSpPr>
      <dsp:spPr>
        <a:xfrm>
          <a:off x="7856655" y="481729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3F78B-165E-47D3-844B-130192E49E20}">
      <dsp:nvSpPr>
        <dsp:cNvPr id="0" name=""/>
        <dsp:cNvSpPr/>
      </dsp:nvSpPr>
      <dsp:spPr>
        <a:xfrm>
          <a:off x="7775724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0.57306</cdr:x>
      <cdr:y>0.29183</cdr:y>
    </cdr:from>
    <cdr:to>
      <cdr:x>0.94322</cdr:x>
      <cdr:y>0.40903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5BF53E93-B486-7568-6D20-C8AD8A93F557}"/>
            </a:ext>
          </a:extLst>
        </cdr:cNvPr>
        <cdr:cNvSpPr/>
      </cdr:nvSpPr>
      <cdr:spPr>
        <a:xfrm xmlns:a="http://schemas.openxmlformats.org/drawingml/2006/main">
          <a:off x="3090354" y="1070165"/>
          <a:ext cx="1996190" cy="429768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altLang="ko-KR" sz="2000" b="1" kern="1200" dirty="0">
              <a:solidFill>
                <a:schemeClr val="bg1"/>
              </a:solidFill>
              <a:latin typeface="+mj-ea"/>
              <a:ea typeface="+mj-ea"/>
            </a:rPr>
            <a:t>Knee Flexion</a:t>
          </a:r>
          <a:endParaRPr lang="ko-KR" altLang="en-US" sz="2000" b="1" kern="1200" dirty="0">
            <a:solidFill>
              <a:schemeClr val="bg1"/>
            </a:solidFill>
            <a:latin typeface="+mj-ea"/>
            <a:ea typeface="+mj-ea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FAEA40C-BE8C-4377-9057-6AF8F8AB43E9}" type="datetime1">
              <a:rPr lang="ko-KR" altLang="en-US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2026-06-17</a:t>
            </a:fld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ko-KR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‹#›</a:t>
            </a:fld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96B39DDF-7E14-426D-8F72-FA0AB6F5D978}" type="datetime1">
              <a:rPr lang="ko-KR" altLang="en-US" smtClean="0"/>
              <a:pPr/>
              <a:t>2026-06-17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C6B3AB32-59DF-41F1-9618-EDFBF504962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 KR Black" panose="020B0200000000000000" pitchFamily="50" charset="-127"/>
        <a:ea typeface="Noto Sans KR Black" panose="020B0200000000000000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1ED0-1CBB-FE9A-6F99-5DE681E2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D8771-94FD-50E7-95ED-3205E5AB5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B419E5-C4DF-E5A2-D9DC-F06DF27B7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B36A65-A462-501C-61D9-E61F7F302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899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DFBF-A094-AB2F-FEDF-10CB8F75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982379-40F2-5037-9582-C2D99693A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B83C1-B8B3-9CEA-95A4-7835159E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E3BD3-513B-7924-2006-1CE640528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556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B73C-0307-3AA4-FB5C-D904498D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86C75E-9BC2-D24D-3340-8A3D5C4B1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12D06B-30B3-6025-47C6-B923A0D12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565924-53F8-5F65-7292-009A7C48C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107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A26B-4C5B-D7AF-4A52-31E821E5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6D5525-BDA5-B0DF-5B55-D1EA12E45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194BD8-FDE2-D5F8-71DB-C23BD4129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E6008E-1542-E64D-AB42-9FF634DC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162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4B24-E637-E06E-CDC3-2E4A3364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15C3A7-82CF-0F75-B477-46084C029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F1370E-8DE8-B823-532B-7DBF7011F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A7DEE-ED28-C999-327A-E1E9D4299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679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B622-5008-2417-31E3-FC860A81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C1E230-5B64-1609-2D55-FEA411485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AEBFB-7855-E981-1D16-65D4EBB9A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04160-6822-5C0A-E597-D4A31DD39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6849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760E-3CA9-628B-A717-1A19E5AA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794B8-0A1D-12F1-24FC-840A08BBB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86997F-B27A-EE85-8506-A4088B35F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DC482-4F11-B4B8-4D60-94F808108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44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4F29-11E5-C5A8-2E9B-B94A4AAD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6B5148-5791-8160-34CC-34FFD3B34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28EA9E-FA6E-CC6E-6103-A69847AF2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1478B-BEFA-38FE-06C6-502F7F506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044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BA92-7EE5-7E8B-A094-EBD00590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9D8300-5BFB-8E7A-9CD0-1519C0EF8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E6F7B-BEC0-31FD-9C93-3ECA8B089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28D68C-E7DE-0C88-6E4F-E2DD7CB8E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586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95669-6F34-541F-ACFD-7AADA4FB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347BB5-001C-5B60-8A1A-495B6ABCE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77BAE0-64EE-8C8E-8131-CDB56A296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FB6AF-F321-BC5A-6B8D-F1D988490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244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ko-KR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033C-94C4-788E-BE92-5F7B222E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7CEA96-62C3-715A-AEFE-73B40334C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0F0232-B74C-554F-642A-66C491F00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879ECD-66B9-3B10-412A-9502A5BFD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24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4548E0D2-8D2A-49DD-81C9-2DF06FB28E58}" type="datetime1">
              <a:rPr lang="ko-KR" altLang="en-US" smtClean="0"/>
              <a:pPr/>
              <a:t>2026-06-17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610C2A-C0FE-4353-941B-694324488170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FA98800-4B48-4290-A2B4-EE590E4011A7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34A57C-F4F6-438F-A2CE-5CF31251A767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FCE773-4E4A-4873-9CE4-167E09725F50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66067D-0A04-4DE5-9C65-2C4CB39AD2AC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90752-A68E-4DDB-B9F3-64EFB3BAD45B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5DE1092-F835-49D6-B89F-3300AAB9122B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F95DDD-93D4-4EA5-B9FF-AB32653D5712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9AAF66-BE8D-40A6-9F92-F0D5431B4707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FC65031-79EB-4543-BA10-9DEB98B51A8A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72F5771C-AAAA-4498-A7FA-FDA0602C6663}" type="datetime1">
              <a:rPr lang="ko-KR" altLang="en-US" smtClean="0"/>
              <a:pPr/>
              <a:t>2026-06-17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직사각형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그림 6" descr="디지털 연결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C19165-35F5-6A84-E02C-DBECE251BD2F}"/>
              </a:ext>
            </a:extLst>
          </p:cNvPr>
          <p:cNvSpPr/>
          <p:nvPr/>
        </p:nvSpPr>
        <p:spPr>
          <a:xfrm>
            <a:off x="186466" y="4005072"/>
            <a:ext cx="11814048" cy="2386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597" y="3751635"/>
            <a:ext cx="11610806" cy="1962497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4000" dirty="0">
                <a:solidFill>
                  <a:schemeClr val="bg1"/>
                </a:solidFill>
              </a:rPr>
              <a:t>IMU-Based ACL impairment Assessment Using Machine Learning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97" y="5714134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solidFill>
                  <a:srgbClr val="7CEBFF"/>
                </a:solidFill>
              </a:rPr>
              <a:t>19101207 </a:t>
            </a:r>
            <a:r>
              <a:rPr lang="ko-KR" altLang="en-US" dirty="0">
                <a:solidFill>
                  <a:srgbClr val="7CEBFF"/>
                </a:solidFill>
              </a:rPr>
              <a:t>Kim Taehyun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F4757-C96C-70EB-95F6-9EDA2444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AFD5DA33-5C4A-600B-D2E9-52CE68C68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6D1A67-4154-807E-383E-7384FBB88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2AF1DF-20CE-8EF9-0934-B712E7AE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Why ACL?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269893-F309-BCF7-073B-A2D05A2AED10}"/>
              </a:ext>
            </a:extLst>
          </p:cNvPr>
          <p:cNvSpPr/>
          <p:nvPr/>
        </p:nvSpPr>
        <p:spPr>
          <a:xfrm>
            <a:off x="1353312" y="713390"/>
            <a:ext cx="3493246" cy="181965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250,000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Annual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number of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ACL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surgeries in the United States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8E4964-6967-8256-7ECF-3F5D6B8A865C}"/>
              </a:ext>
            </a:extLst>
          </p:cNvPr>
          <p:cNvSpPr/>
          <p:nvPr/>
        </p:nvSpPr>
        <p:spPr>
          <a:xfrm>
            <a:off x="1353312" y="2080416"/>
            <a:ext cx="3400458" cy="151785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Up to 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25%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Re-tear rate within 2 years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Noto Sans KR"/>
              <a:cs typeface="ADLaM Display" panose="02010000000000000000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7C5C75-B486-36A6-0227-6D096AB41071}"/>
              </a:ext>
            </a:extLst>
          </p:cNvPr>
          <p:cNvSpPr/>
          <p:nvPr/>
        </p:nvSpPr>
        <p:spPr>
          <a:xfrm>
            <a:off x="1362456" y="3429000"/>
            <a:ext cx="3093130" cy="151785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50%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Incidence of osteoarthritis within 15 years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CABDF20-D83A-111D-51CA-DCEF0757A069}"/>
              </a:ext>
            </a:extLst>
          </p:cNvPr>
          <p:cNvGrpSpPr/>
          <p:nvPr/>
        </p:nvGrpSpPr>
        <p:grpSpPr>
          <a:xfrm>
            <a:off x="5470215" y="591894"/>
            <a:ext cx="6098209" cy="4526185"/>
            <a:chOff x="5470215" y="591894"/>
            <a:chExt cx="6098209" cy="4526185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184BE90-4246-FD19-193E-D14525915CF4}"/>
                </a:ext>
              </a:extLst>
            </p:cNvPr>
            <p:cNvGrpSpPr/>
            <p:nvPr/>
          </p:nvGrpSpPr>
          <p:grpSpPr>
            <a:xfrm>
              <a:off x="5470215" y="591894"/>
              <a:ext cx="6098209" cy="4526185"/>
              <a:chOff x="5470215" y="591894"/>
              <a:chExt cx="6098209" cy="4526185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F63D7BAE-A4D9-BD89-3714-5CCBAD98B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0215" y="591894"/>
                <a:ext cx="5143042" cy="4526185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A0D8F48-53F4-DA7F-1AB9-DB4D7A449428}"/>
                  </a:ext>
                </a:extLst>
              </p:cNvPr>
              <p:cNvSpPr/>
              <p:nvPr/>
            </p:nvSpPr>
            <p:spPr>
              <a:xfrm>
                <a:off x="10013944" y="3794760"/>
                <a:ext cx="155448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Compensation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D746B82-4B0F-3E15-33A7-56677412A5B2}"/>
                  </a:ext>
                </a:extLst>
              </p:cNvPr>
              <p:cNvSpPr/>
              <p:nvPr/>
            </p:nvSpPr>
            <p:spPr>
              <a:xfrm>
                <a:off x="10013944" y="4358615"/>
                <a:ext cx="155448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Pain level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D69C3613-F391-2BC2-9346-6B07F041176B}"/>
                  </a:ext>
                </a:extLst>
              </p:cNvPr>
              <p:cNvSpPr/>
              <p:nvPr/>
            </p:nvSpPr>
            <p:spPr>
              <a:xfrm>
                <a:off x="7465431" y="4946855"/>
                <a:ext cx="1152610" cy="1310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Time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2BEE098-7165-9035-F125-7E26245B5017}"/>
                </a:ext>
              </a:extLst>
            </p:cNvPr>
            <p:cNvSpPr/>
            <p:nvPr/>
          </p:nvSpPr>
          <p:spPr>
            <a:xfrm>
              <a:off x="9737894" y="4974845"/>
              <a:ext cx="1152610" cy="1310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68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DB5C5-8A47-01C6-1C9D-423C2E99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6292A-5FAD-C2AB-B284-1F82E9E1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Why ACLD?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DF77D-49F6-AAC0-5F55-D9EF50E6EAA7}"/>
              </a:ext>
            </a:extLst>
          </p:cNvPr>
          <p:cNvSpPr txBox="1"/>
          <p:nvPr/>
        </p:nvSpPr>
        <p:spPr>
          <a:xfrm>
            <a:off x="642938" y="740664"/>
            <a:ext cx="952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Current</a:t>
            </a:r>
            <a:r>
              <a:rPr lang="ko-KR" altLang="en-US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</a:t>
            </a:r>
            <a:r>
              <a:rPr lang="ko-KR" altLang="en-US" sz="54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ssessment</a:t>
            </a:r>
            <a:endParaRPr lang="ko-KR" altLang="en-US" sz="54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26" name="Picture 2" descr="Your BIODEX Advantage | Leading Edge Physiotherapy">
            <a:extLst>
              <a:ext uri="{FF2B5EF4-FFF2-40B4-BE49-F238E27FC236}">
                <a16:creationId xmlns:a16="http://schemas.microsoft.com/office/drawing/2014/main" id="{B0BF8FDE-8540-3CB4-ECE6-3B6743F8B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960694"/>
            <a:ext cx="2646464" cy="23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tical Motion Capture: How It's Shaping Animation, Sports, and Beyond">
            <a:extLst>
              <a:ext uri="{FF2B5EF4-FFF2-40B4-BE49-F238E27FC236}">
                <a16:creationId xmlns:a16="http://schemas.microsoft.com/office/drawing/2014/main" id="{7C4E37B5-BEA5-C482-136B-C3087E32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877" y="2047562"/>
            <a:ext cx="2869802" cy="215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F01AF1-CE8B-952E-A310-1C2C1E3DB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20" y="4433971"/>
            <a:ext cx="5517959" cy="1832135"/>
          </a:xfrm>
          <a:prstGeom prst="rect">
            <a:avLst/>
          </a:prstGeom>
        </p:spPr>
      </p:pic>
      <p:pic>
        <p:nvPicPr>
          <p:cNvPr id="6" name="그림 5" descr="Gait Analysis Illustrations - Free Download in SVG, PNG">
            <a:extLst>
              <a:ext uri="{FF2B5EF4-FFF2-40B4-BE49-F238E27FC236}">
                <a16:creationId xmlns:a16="http://schemas.microsoft.com/office/drawing/2014/main" id="{9FF17A64-3FA6-2A4C-15D7-E4FB0C2D8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737" y="2056789"/>
            <a:ext cx="3895725" cy="42862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F74736-4144-F82F-A45F-957057223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420" y="1960694"/>
            <a:ext cx="3771900" cy="4526280"/>
          </a:xfrm>
          <a:prstGeom prst="rect">
            <a:avLst/>
          </a:prstGeom>
        </p:spPr>
      </p:pic>
      <p:pic>
        <p:nvPicPr>
          <p:cNvPr id="10" name="그림 9" descr="Experimental setup for drop single-leg landing test. (A) initial position of drop landing and (B) Final position of single-leg landing.">
            <a:extLst>
              <a:ext uri="{FF2B5EF4-FFF2-40B4-BE49-F238E27FC236}">
                <a16:creationId xmlns:a16="http://schemas.microsoft.com/office/drawing/2014/main" id="{19A21BEE-EA3D-06CD-55ED-A4C03B5F0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137" y="1912419"/>
            <a:ext cx="6297123" cy="4622829"/>
          </a:xfrm>
          <a:prstGeom prst="rect">
            <a:avLst/>
          </a:prstGeom>
        </p:spPr>
      </p:pic>
      <p:pic>
        <p:nvPicPr>
          <p:cNvPr id="12" name="그림 11" descr="Y-Balance Test Kit | Functional Movement Systems">
            <a:extLst>
              <a:ext uri="{FF2B5EF4-FFF2-40B4-BE49-F238E27FC236}">
                <a16:creationId xmlns:a16="http://schemas.microsoft.com/office/drawing/2014/main" id="{83D0EA97-DBDF-B72A-8E72-EB5AFB3940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6694" y="1856037"/>
            <a:ext cx="3962410" cy="486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2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588CA8-F66B-ED2F-ACD7-6F57130FAAFB}"/>
              </a:ext>
            </a:extLst>
          </p:cNvPr>
          <p:cNvSpPr txBox="1"/>
          <p:nvPr/>
        </p:nvSpPr>
        <p:spPr>
          <a:xfrm>
            <a:off x="642938" y="740664"/>
            <a:ext cx="952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Solution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9DFD8DB-E4A6-F013-4CCA-EF5C6B570BF2}"/>
              </a:ext>
            </a:extLst>
          </p:cNvPr>
          <p:cNvGrpSpPr/>
          <p:nvPr/>
        </p:nvGrpSpPr>
        <p:grpSpPr>
          <a:xfrm>
            <a:off x="2203704" y="2624328"/>
            <a:ext cx="6585204" cy="3844052"/>
            <a:chOff x="2203704" y="2359152"/>
            <a:chExt cx="6585204" cy="3844052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12E8FA0-789B-32DA-A29F-A2FAEE7D72C9}"/>
                </a:ext>
              </a:extLst>
            </p:cNvPr>
            <p:cNvGrpSpPr/>
            <p:nvPr/>
          </p:nvGrpSpPr>
          <p:grpSpPr>
            <a:xfrm>
              <a:off x="3403092" y="2359152"/>
              <a:ext cx="5385816" cy="3364992"/>
              <a:chOff x="3630168" y="2404872"/>
              <a:chExt cx="5385816" cy="3364992"/>
            </a:xfrm>
          </p:grpSpPr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0E5CAD4C-84A2-C5E5-A915-ACCF9FDD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0168" y="5769864"/>
                <a:ext cx="5385816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DA342D1D-B75A-3449-C6E5-2C0124EA7F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30168" y="2404872"/>
                <a:ext cx="0" cy="33649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BA0F76-F1C2-34DB-5B34-F36D16E0A48E}"/>
                </a:ext>
              </a:extLst>
            </p:cNvPr>
            <p:cNvSpPr txBox="1"/>
            <p:nvPr/>
          </p:nvSpPr>
          <p:spPr>
            <a:xfrm>
              <a:off x="5672233" y="5833872"/>
              <a:ext cx="8475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COST</a:t>
              </a:r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9213FF-7DF9-C6E8-7B61-A45634A83192}"/>
                </a:ext>
              </a:extLst>
            </p:cNvPr>
            <p:cNvSpPr txBox="1"/>
            <p:nvPr/>
          </p:nvSpPr>
          <p:spPr>
            <a:xfrm>
              <a:off x="2203704" y="3856982"/>
              <a:ext cx="1115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Reliability</a:t>
              </a:r>
              <a:endParaRPr lang="ko-KR" altLang="en-US" dirty="0"/>
            </a:p>
          </p:txBody>
        </p:sp>
      </p:grpSp>
      <p:sp>
        <p:nvSpPr>
          <p:cNvPr id="30" name="타원 29">
            <a:extLst>
              <a:ext uri="{FF2B5EF4-FFF2-40B4-BE49-F238E27FC236}">
                <a16:creationId xmlns:a16="http://schemas.microsoft.com/office/drawing/2014/main" id="{82003391-7D69-99CF-7CC7-5FEB48050859}"/>
              </a:ext>
            </a:extLst>
          </p:cNvPr>
          <p:cNvSpPr/>
          <p:nvPr/>
        </p:nvSpPr>
        <p:spPr>
          <a:xfrm>
            <a:off x="7699248" y="2688336"/>
            <a:ext cx="923330" cy="92333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F8CD59-9137-5FDB-487E-EE2A6206AFF7}"/>
              </a:ext>
            </a:extLst>
          </p:cNvPr>
          <p:cNvSpPr/>
          <p:nvPr/>
        </p:nvSpPr>
        <p:spPr>
          <a:xfrm>
            <a:off x="3694176" y="4029825"/>
            <a:ext cx="923330" cy="92333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DE2DD6B-4F80-22B6-05D1-15660B91F93D}"/>
              </a:ext>
            </a:extLst>
          </p:cNvPr>
          <p:cNvSpPr/>
          <p:nvPr/>
        </p:nvSpPr>
        <p:spPr>
          <a:xfrm>
            <a:off x="4476200" y="2836427"/>
            <a:ext cx="923330" cy="9233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EF651-3A5B-1CED-3D7E-09117A8CEBA6}"/>
              </a:ext>
            </a:extLst>
          </p:cNvPr>
          <p:cNvSpPr txBox="1"/>
          <p:nvPr/>
        </p:nvSpPr>
        <p:spPr>
          <a:xfrm>
            <a:off x="8451914" y="2569465"/>
            <a:ext cx="1719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Gold </a:t>
            </a:r>
            <a:r>
              <a:rPr lang="en-US" altLang="ko-KR" sz="2000" dirty="0"/>
              <a:t>Standard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166D1E-A59F-2CC3-FA14-52C50AC4BA5A}"/>
              </a:ext>
            </a:extLst>
          </p:cNvPr>
          <p:cNvSpPr txBox="1"/>
          <p:nvPr/>
        </p:nvSpPr>
        <p:spPr>
          <a:xfrm>
            <a:off x="4361687" y="4823353"/>
            <a:ext cx="2341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Clinical </a:t>
            </a:r>
            <a:r>
              <a:rPr lang="en-US" altLang="ko-KR" sz="2000" dirty="0"/>
              <a:t>Assessment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20D16D-C78A-5A23-AC8D-286F46ED25D2}"/>
              </a:ext>
            </a:extLst>
          </p:cNvPr>
          <p:cNvSpPr txBox="1"/>
          <p:nvPr/>
        </p:nvSpPr>
        <p:spPr>
          <a:xfrm>
            <a:off x="3595599" y="2304749"/>
            <a:ext cx="2841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+mj-ea"/>
                <a:ea typeface="+mj-ea"/>
              </a:rPr>
              <a:t>What we need!</a:t>
            </a:r>
            <a:endParaRPr lang="ko-KR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03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E333-6B0D-1597-77C5-85F859FF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4F1779-CC09-58C5-13BC-EB59E9803D12}"/>
              </a:ext>
            </a:extLst>
          </p:cNvPr>
          <p:cNvSpPr txBox="1"/>
          <p:nvPr/>
        </p:nvSpPr>
        <p:spPr>
          <a:xfrm>
            <a:off x="642938" y="740664"/>
            <a:ext cx="952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Solution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9CF68C-BC6A-35A7-B2BC-A2E6B0E07D9C}"/>
              </a:ext>
            </a:extLst>
          </p:cNvPr>
          <p:cNvSpPr/>
          <p:nvPr/>
        </p:nvSpPr>
        <p:spPr>
          <a:xfrm>
            <a:off x="4863111" y="2453854"/>
            <a:ext cx="1909164" cy="329224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>
              <a:defRPr/>
            </a:pPr>
            <a:r>
              <a:rPr lang="en-US" altLang="ko-KR" sz="60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IMU</a:t>
            </a:r>
          </a:p>
          <a:p>
            <a:pPr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Cost</a:t>
            </a:r>
          </a:p>
          <a:p>
            <a:pPr>
              <a:defRPr/>
            </a:pPr>
            <a:r>
              <a:rPr lang="en-US" altLang="ko-KR" sz="36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Size</a:t>
            </a:r>
          </a:p>
          <a:p>
            <a:pPr>
              <a:defRPr/>
            </a:pPr>
            <a:r>
              <a:rPr lang="en-US" altLang="ko-KR" sz="36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Easy</a:t>
            </a:r>
            <a:endParaRPr lang="ko-KR" altLang="en-US" sz="3600" dirty="0">
              <a:solidFill>
                <a:prstClr val="black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>
              <a:defRPr/>
            </a:pPr>
            <a:endParaRPr lang="ko-KR" altLang="en-US" sz="4400" dirty="0">
              <a:solidFill>
                <a:prstClr val="black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3F7AEA-BAEB-C899-E97F-249F3F65BF0B}"/>
              </a:ext>
            </a:extLst>
          </p:cNvPr>
          <p:cNvSpPr/>
          <p:nvPr/>
        </p:nvSpPr>
        <p:spPr>
          <a:xfrm>
            <a:off x="7199186" y="2446127"/>
            <a:ext cx="3907949" cy="370833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GAIT</a:t>
            </a:r>
            <a:endParaRPr kumimoji="0" lang="en-US" altLang="ko-K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6,000–12,000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steps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lvl="0"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Enables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continuous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monitoring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in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daily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life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</a:br>
            <a:r>
              <a:rPr lang="ko-KR" altLang="en-US" sz="3200" dirty="0" err="1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Low</a:t>
            </a:r>
            <a:r>
              <a:rPr lang="ko-KR" altLang="en-US" sz="32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lang="ko-KR" altLang="en-US" sz="3200" dirty="0" err="1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intensity</a:t>
            </a:r>
            <a:endParaRPr lang="en-US" altLang="ko-KR" sz="4000" dirty="0">
              <a:solidFill>
                <a:prstClr val="black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lvl="0" algn="ctr">
              <a:defRPr/>
            </a:pPr>
            <a:endParaRPr lang="en-US" altLang="ko-KR" sz="700" dirty="0">
              <a:solidFill>
                <a:prstClr val="black"/>
              </a:solidFill>
              <a:latin typeface="Noto Sans KR"/>
              <a:cs typeface="ADLaM Display" panose="02010000000000000000" pitchFamily="2" charset="0"/>
            </a:endParaRPr>
          </a:p>
          <a:p>
            <a:pPr lvl="0">
              <a:defRPr/>
            </a:pP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Feasible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for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patients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with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minimal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burden</a:t>
            </a:r>
            <a:endParaRPr lang="ko-KR" altLang="en-US" dirty="0">
              <a:solidFill>
                <a:prstClr val="black"/>
              </a:solidFill>
              <a:latin typeface="Noto Sans KR"/>
              <a:cs typeface="ADLaM Display" panose="0201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Noto Sans KR"/>
              <a:cs typeface="ADLaM Display" panose="02010000000000000000" pitchFamily="2" charset="0"/>
            </a:endParaRPr>
          </a:p>
        </p:txBody>
      </p:sp>
      <p:pic>
        <p:nvPicPr>
          <p:cNvPr id="4" name="그림 3" descr="NANO33 BLE Sense 2 - LSM9DS1, 9축 IMU센서 실습">
            <a:extLst>
              <a:ext uri="{FF2B5EF4-FFF2-40B4-BE49-F238E27FC236}">
                <a16:creationId xmlns:a16="http://schemas.microsoft.com/office/drawing/2014/main" id="{2BCD2C65-88B3-919D-D09E-824D854C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4" r="14766"/>
          <a:stretch>
            <a:fillRect/>
          </a:stretch>
        </p:blipFill>
        <p:spPr>
          <a:xfrm>
            <a:off x="517877" y="2552700"/>
            <a:ext cx="4157561" cy="31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8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E3C5B-B8AE-EC96-779F-4C65FBE0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4BEC6056-74A8-E9E1-4702-1C6E41372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AB8E43-E26E-A99C-FD7F-EFDE421F6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45B432-3C65-880F-107E-676A311D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kumimoji="0" lang="ko-KR" altLang="en-US" sz="4400" b="0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Limitations</a:t>
            </a:r>
            <a:r>
              <a:rPr kumimoji="0" lang="ko-KR" altLang="en-US" sz="4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 of </a:t>
            </a:r>
            <a:r>
              <a:rPr kumimoji="0" lang="ko-KR" altLang="en-US" sz="4400" b="0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previous</a:t>
            </a:r>
            <a:r>
              <a:rPr kumimoji="0" lang="ko-KR" altLang="en-US" sz="4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 </a:t>
            </a:r>
            <a:r>
              <a:rPr kumimoji="0" lang="ko-KR" altLang="en-US" sz="4400" b="0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studies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BBCCA3-2E94-EAC3-5523-7B5214201113}"/>
              </a:ext>
            </a:extLst>
          </p:cNvPr>
          <p:cNvSpPr/>
          <p:nvPr/>
        </p:nvSpPr>
        <p:spPr>
          <a:xfrm>
            <a:off x="447817" y="1018163"/>
            <a:ext cx="3694415" cy="352640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Single-speed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gait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assessment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CF301A-7C28-5E0D-6598-4D0337737216}"/>
              </a:ext>
            </a:extLst>
          </p:cNvPr>
          <p:cNvSpPr/>
          <p:nvPr/>
        </p:nvSpPr>
        <p:spPr>
          <a:xfrm>
            <a:off x="4246038" y="1018163"/>
            <a:ext cx="3694415" cy="352640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Use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Only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scalar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features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B24FA-05EC-4D99-8FAC-21FCC2AABC8A}"/>
              </a:ext>
            </a:extLst>
          </p:cNvPr>
          <p:cNvSpPr/>
          <p:nvPr/>
        </p:nvSpPr>
        <p:spPr>
          <a:xfrm>
            <a:off x="8044262" y="1018163"/>
            <a:ext cx="3694415" cy="352640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High-cost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laboratory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environment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F77BBB-7C5E-C49C-A182-202C1937D7ED}"/>
              </a:ext>
            </a:extLst>
          </p:cNvPr>
          <p:cNvCxnSpPr>
            <a:cxnSpLocks/>
          </p:cNvCxnSpPr>
          <p:nvPr/>
        </p:nvCxnSpPr>
        <p:spPr>
          <a:xfrm>
            <a:off x="4210813" y="2240280"/>
            <a:ext cx="0" cy="1089677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118695-F2B3-24B3-4EA2-A93812FFF3E9}"/>
              </a:ext>
            </a:extLst>
          </p:cNvPr>
          <p:cNvCxnSpPr>
            <a:cxnSpLocks/>
          </p:cNvCxnSpPr>
          <p:nvPr/>
        </p:nvCxnSpPr>
        <p:spPr>
          <a:xfrm>
            <a:off x="7940453" y="2231136"/>
            <a:ext cx="0" cy="1089677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1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77A3-C300-AFD4-4FBF-6F3BCE25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55FCF-55A0-A247-8DFC-1DD6ED2D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91" y="777240"/>
            <a:ext cx="10989017" cy="831022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4400" dirty="0"/>
              <a:t>Our contribution</a:t>
            </a:r>
            <a:endParaRPr lang="ko-KR" altLang="en-US" sz="4400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918AC1B3-4045-4B91-02CF-244E77EA5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13260"/>
              </p:ext>
            </p:extLst>
          </p:nvPr>
        </p:nvGraphicFramePr>
        <p:xfrm>
          <a:off x="1057964" y="1716157"/>
          <a:ext cx="9033566" cy="5264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770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AD581-FF8A-9D5E-A9BB-E43C941A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E5C39E95-D944-BCEE-4BDF-1DB92BDEF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5855C9-DD79-62C5-0F25-F1C2E827A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121FDF-8C9B-E8CF-CA8E-B477BEC524BF}"/>
              </a:ext>
            </a:extLst>
          </p:cNvPr>
          <p:cNvSpPr/>
          <p:nvPr/>
        </p:nvSpPr>
        <p:spPr>
          <a:xfrm>
            <a:off x="347472" y="5029200"/>
            <a:ext cx="11731752" cy="1664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07E4C13-65CD-5459-5E5F-FB91643E4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455" y="1188719"/>
            <a:ext cx="7339584" cy="550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50119DA-92FA-3577-7B72-D13F132C5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26" y="668226"/>
            <a:ext cx="11004041" cy="618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E5916D-9768-8A8E-5108-8339D1B42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25" y="604114"/>
            <a:ext cx="11004041" cy="618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7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E52D-8C8D-1552-C7C2-701A4C6B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4B035-2F2A-E93D-D566-4CDA97ED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6000" dirty="0"/>
              <a:t>method</a:t>
            </a:r>
            <a:endParaRPr lang="ko-KR" altLang="en-US" sz="6000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758719D5-2423-6A8A-41E5-7337AEF3E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788948"/>
              </p:ext>
            </p:extLst>
          </p:nvPr>
        </p:nvGraphicFramePr>
        <p:xfrm>
          <a:off x="418901" y="1944889"/>
          <a:ext cx="11354198" cy="4817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975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FC541-76BC-E411-9EC1-1B138038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F4BE41E2-9EEC-61D0-7FAB-91BE2457C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A90E01-0C3C-10E8-F958-6031312F1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772B550-1C7C-232C-E21B-F753F63B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Data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8F8631C5-E60A-7619-396A-02C36043E0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154646"/>
              </p:ext>
            </p:extLst>
          </p:nvPr>
        </p:nvGraphicFramePr>
        <p:xfrm>
          <a:off x="1195054" y="1104901"/>
          <a:ext cx="5100971" cy="3614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D194EC-8C9B-0BC5-382E-C2CCC34399F1}"/>
              </a:ext>
            </a:extLst>
          </p:cNvPr>
          <p:cNvSpPr txBox="1"/>
          <p:nvPr/>
        </p:nvSpPr>
        <p:spPr>
          <a:xfrm>
            <a:off x="5334901" y="1244633"/>
            <a:ext cx="2695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Slow</a:t>
            </a:r>
            <a:br>
              <a:rPr lang="en-US" altLang="ko-KR" sz="2400" dirty="0">
                <a:latin typeface="+mj-ea"/>
                <a:ea typeface="+mj-ea"/>
              </a:rPr>
            </a:br>
            <a:r>
              <a:rPr lang="en-US" altLang="ko-KR" sz="2400" dirty="0">
                <a:latin typeface="+mj-ea"/>
                <a:ea typeface="+mj-ea"/>
              </a:rPr>
              <a:t>Normal</a:t>
            </a:r>
            <a:br>
              <a:rPr lang="en-US" altLang="ko-KR" sz="2400" dirty="0">
                <a:latin typeface="+mj-ea"/>
                <a:ea typeface="+mj-ea"/>
              </a:rPr>
            </a:br>
            <a:r>
              <a:rPr lang="en-US" altLang="ko-KR" sz="2400" dirty="0">
                <a:latin typeface="+mj-ea"/>
                <a:ea typeface="+mj-ea"/>
              </a:rPr>
              <a:t>Fast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FC355C-3060-D770-5A4A-A3012582E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120" y="825570"/>
            <a:ext cx="3020661" cy="402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39E9-26B9-3D1A-D5C9-85BC7ED2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83A36-073E-9C5F-E4DB-D4757D95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6000" dirty="0"/>
              <a:t>Biomechanical metrics</a:t>
            </a:r>
            <a:endParaRPr lang="ko-KR" altLang="en-US" sz="6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D6EE4D0-9D5C-A65D-A358-BDDC0C202039}"/>
              </a:ext>
            </a:extLst>
          </p:cNvPr>
          <p:cNvGrpSpPr/>
          <p:nvPr/>
        </p:nvGrpSpPr>
        <p:grpSpPr>
          <a:xfrm>
            <a:off x="853286" y="2067098"/>
            <a:ext cx="10485428" cy="4509454"/>
            <a:chOff x="767561" y="1913330"/>
            <a:chExt cx="10485428" cy="4509454"/>
          </a:xfrm>
        </p:grpSpPr>
        <p:pic>
          <p:nvPicPr>
            <p:cNvPr id="3" name="Picture 4" descr="Gait Cycle / Blog | COACHHACKFEET">
              <a:extLst>
                <a:ext uri="{FF2B5EF4-FFF2-40B4-BE49-F238E27FC236}">
                  <a16:creationId xmlns:a16="http://schemas.microsoft.com/office/drawing/2014/main" id="{3C4AACE4-9FBF-3BBE-FF6F-D8B4963F4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561" y="1913330"/>
              <a:ext cx="10485428" cy="4461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4F595F0-21BB-9C9F-D1BD-8EFA52744696}"/>
                </a:ext>
              </a:extLst>
            </p:cNvPr>
            <p:cNvSpPr/>
            <p:nvPr/>
          </p:nvSpPr>
          <p:spPr>
            <a:xfrm>
              <a:off x="1261491" y="5398656"/>
              <a:ext cx="5788152" cy="1024128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STANCE PHASE</a:t>
              </a:r>
              <a:endPara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CB65958-046A-1063-C9D6-D883720A433E}"/>
                </a:ext>
              </a:extLst>
            </p:cNvPr>
            <p:cNvSpPr/>
            <p:nvPr/>
          </p:nvSpPr>
          <p:spPr>
            <a:xfrm>
              <a:off x="7397001" y="5398656"/>
              <a:ext cx="3422904" cy="1024128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SWING PHASE</a:t>
              </a:r>
              <a:endPara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379D487-DBD1-DD3D-1DB2-072D390163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2726" y="1913330"/>
              <a:ext cx="0" cy="444289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8" descr="Engineering at Alberta Courses » Gait analysis">
            <a:extLst>
              <a:ext uri="{FF2B5EF4-FFF2-40B4-BE49-F238E27FC236}">
                <a16:creationId xmlns:a16="http://schemas.microsoft.com/office/drawing/2014/main" id="{B1A31FFF-5412-9803-DBFB-7E80FA8D5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860" y="2044695"/>
            <a:ext cx="8336280" cy="470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00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ACA-ED24-E3A7-F2A7-A701F74E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F4361-48F0-BE46-18A6-2042B6EA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sz="4900" dirty="0">
                <a:latin typeface="+mj-ea"/>
              </a:rPr>
              <a:t>Biomechanical</a:t>
            </a:r>
            <a:r>
              <a:rPr lang="en-US" altLang="ko-KR" sz="6000" dirty="0">
                <a:latin typeface="+mj-ea"/>
              </a:rPr>
              <a:t> </a:t>
            </a:r>
            <a:r>
              <a:rPr lang="en-US" altLang="ko-KR" sz="4900" dirty="0">
                <a:latin typeface="+mj-ea"/>
              </a:rPr>
              <a:t>Features</a:t>
            </a:r>
            <a:endParaRPr lang="ko-KR" alt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184BF-E780-304A-5015-C5DF875187FE}"/>
              </a:ext>
            </a:extLst>
          </p:cNvPr>
          <p:cNvSpPr txBox="1"/>
          <p:nvPr/>
        </p:nvSpPr>
        <p:spPr>
          <a:xfrm>
            <a:off x="818937" y="2130552"/>
            <a:ext cx="4832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n-ea"/>
              </a:rPr>
              <a:t>Stance phase features</a:t>
            </a:r>
          </a:p>
          <a:p>
            <a:r>
              <a:rPr lang="en-US" altLang="ko-KR" dirty="0">
                <a:latin typeface="+mn-ea"/>
              </a:rPr>
              <a:t>Peak / min / ROM / </a:t>
            </a:r>
            <a:r>
              <a:rPr lang="en-US" altLang="ko-KR" dirty="0" err="1">
                <a:latin typeface="+mn-ea"/>
              </a:rPr>
              <a:t>IC_angle</a:t>
            </a:r>
            <a:r>
              <a:rPr lang="en-US" altLang="ko-KR" dirty="0">
                <a:latin typeface="+mn-ea"/>
              </a:rPr>
              <a:t> / </a:t>
            </a:r>
            <a:r>
              <a:rPr lang="en-US" altLang="ko-KR" dirty="0" err="1">
                <a:latin typeface="+mn-ea"/>
              </a:rPr>
              <a:t>peak_timing</a:t>
            </a:r>
            <a:r>
              <a:rPr lang="en-US" altLang="ko-KR" dirty="0">
                <a:latin typeface="+mn-ea"/>
              </a:rPr>
              <a:t>	</a:t>
            </a:r>
          </a:p>
          <a:p>
            <a:endParaRPr lang="en-US" altLang="ko-KR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7C017-1576-127B-7102-2CB985A5238C}"/>
              </a:ext>
            </a:extLst>
          </p:cNvPr>
          <p:cNvSpPr txBox="1"/>
          <p:nvPr/>
        </p:nvSpPr>
        <p:spPr>
          <a:xfrm>
            <a:off x="6656833" y="2130552"/>
            <a:ext cx="43799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n-ea"/>
              </a:rPr>
              <a:t>Limb Symmetry Index</a:t>
            </a:r>
          </a:p>
          <a:p>
            <a:r>
              <a:rPr lang="en-US" altLang="ko-KR" dirty="0">
                <a:latin typeface="+mn-ea"/>
              </a:rPr>
              <a:t>( Injured / Contralateral ) X 100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EA6CB8-B327-5B15-4762-4BBEA89C2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52"/>
          <a:stretch>
            <a:fillRect/>
          </a:stretch>
        </p:blipFill>
        <p:spPr>
          <a:xfrm>
            <a:off x="1348252" y="3217653"/>
            <a:ext cx="9495495" cy="3505082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4394425-7434-0EEE-1C1B-A8B67DD52BC7}"/>
              </a:ext>
            </a:extLst>
          </p:cNvPr>
          <p:cNvSpPr/>
          <p:nvPr/>
        </p:nvSpPr>
        <p:spPr>
          <a:xfrm rot="6220296">
            <a:off x="7499231" y="4716008"/>
            <a:ext cx="1040109" cy="453179"/>
          </a:xfrm>
          <a:prstGeom prst="rightArrow">
            <a:avLst>
              <a:gd name="adj1" fmla="val 28991"/>
              <a:gd name="adj2" fmla="val 4902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2A77B82-DE9A-0395-429F-BBD6EAAA7474}"/>
              </a:ext>
            </a:extLst>
          </p:cNvPr>
          <p:cNvSpPr/>
          <p:nvPr/>
        </p:nvSpPr>
        <p:spPr>
          <a:xfrm>
            <a:off x="7749351" y="5553473"/>
            <a:ext cx="219456" cy="2194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29278E-5976-10B7-DF6A-1EFAF8FE3E37}"/>
              </a:ext>
            </a:extLst>
          </p:cNvPr>
          <p:cNvSpPr/>
          <p:nvPr/>
        </p:nvSpPr>
        <p:spPr>
          <a:xfrm rot="16200000">
            <a:off x="-107091" y="4550073"/>
            <a:ext cx="2910688" cy="366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DEB948-15D4-8F89-9AFE-53BFC7260CF8}"/>
              </a:ext>
            </a:extLst>
          </p:cNvPr>
          <p:cNvSpPr/>
          <p:nvPr/>
        </p:nvSpPr>
        <p:spPr>
          <a:xfrm>
            <a:off x="5150067" y="6518118"/>
            <a:ext cx="1891866" cy="20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Time (s)</a:t>
            </a:r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FA3338-3438-F2A6-70C7-447BFA18DEC5}"/>
              </a:ext>
            </a:extLst>
          </p:cNvPr>
          <p:cNvSpPr/>
          <p:nvPr/>
        </p:nvSpPr>
        <p:spPr>
          <a:xfrm>
            <a:off x="471228" y="4726303"/>
            <a:ext cx="1060337" cy="413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Knee flexion angle</a:t>
            </a:r>
            <a:endParaRPr lang="ko-KR" altLang="en-US" sz="2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3029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198AD-E986-7550-AFA1-4A037BB3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AA651-854B-85C1-60EF-45E3F18F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6000" dirty="0"/>
              <a:t>analysis</a:t>
            </a:r>
            <a:endParaRPr lang="ko-KR" altLang="en-US" sz="6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BD93CB-57F1-D7C5-E52C-33EE5E17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343" y="2561343"/>
            <a:ext cx="5794466" cy="4056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8D2E76-41D5-BE3A-B1E9-B891C081A2C3}"/>
              </a:ext>
            </a:extLst>
          </p:cNvPr>
          <p:cNvSpPr txBox="1"/>
          <p:nvPr/>
        </p:nvSpPr>
        <p:spPr>
          <a:xfrm>
            <a:off x="6103829" y="2038123"/>
            <a:ext cx="4420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+mn-ea"/>
              </a:rPr>
              <a:t>Waveform, SPM1D</a:t>
            </a:r>
            <a:endParaRPr lang="en-US" altLang="ko-KR" b="1" dirty="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A08567E-3AD8-8431-F708-B874CF4C5706}"/>
              </a:ext>
            </a:extLst>
          </p:cNvPr>
          <p:cNvGrpSpPr/>
          <p:nvPr/>
        </p:nvGrpSpPr>
        <p:grpSpPr>
          <a:xfrm>
            <a:off x="931023" y="2873166"/>
            <a:ext cx="4546750" cy="3255176"/>
            <a:chOff x="887892" y="2048256"/>
            <a:chExt cx="11304107" cy="4493585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D0C1221-8DEF-E3C8-687B-053529B3F752}"/>
                </a:ext>
              </a:extLst>
            </p:cNvPr>
            <p:cNvGrpSpPr/>
            <p:nvPr/>
          </p:nvGrpSpPr>
          <p:grpSpPr>
            <a:xfrm>
              <a:off x="887892" y="2048256"/>
              <a:ext cx="10363910" cy="4493585"/>
              <a:chOff x="887892" y="2048256"/>
              <a:chExt cx="10363910" cy="4493585"/>
            </a:xfrm>
          </p:grpSpPr>
          <p:sp>
            <p:nvSpPr>
              <p:cNvPr id="8" name="화살표: 오른쪽 7">
                <a:extLst>
                  <a:ext uri="{FF2B5EF4-FFF2-40B4-BE49-F238E27FC236}">
                    <a16:creationId xmlns:a16="http://schemas.microsoft.com/office/drawing/2014/main" id="{4D80DA61-91AC-0142-5FB6-FF52851F68A9}"/>
                  </a:ext>
                </a:extLst>
              </p:cNvPr>
              <p:cNvSpPr/>
              <p:nvPr/>
            </p:nvSpPr>
            <p:spPr>
              <a:xfrm>
                <a:off x="7435756" y="4907410"/>
                <a:ext cx="798688" cy="26746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27" name="화살표: 오른쪽 26">
                <a:extLst>
                  <a:ext uri="{FF2B5EF4-FFF2-40B4-BE49-F238E27FC236}">
                    <a16:creationId xmlns:a16="http://schemas.microsoft.com/office/drawing/2014/main" id="{5AAFD6DD-F161-239A-9B79-3D9C8F09B6AE}"/>
                  </a:ext>
                </a:extLst>
              </p:cNvPr>
              <p:cNvSpPr/>
              <p:nvPr/>
            </p:nvSpPr>
            <p:spPr>
              <a:xfrm>
                <a:off x="7435756" y="2280285"/>
                <a:ext cx="798688" cy="26746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29" name="화살표: 오른쪽 28">
                <a:extLst>
                  <a:ext uri="{FF2B5EF4-FFF2-40B4-BE49-F238E27FC236}">
                    <a16:creationId xmlns:a16="http://schemas.microsoft.com/office/drawing/2014/main" id="{CDE5B379-A32B-6FAD-75ED-2596565A3B77}"/>
                  </a:ext>
                </a:extLst>
              </p:cNvPr>
              <p:cNvSpPr/>
              <p:nvPr/>
            </p:nvSpPr>
            <p:spPr>
              <a:xfrm rot="8349546">
                <a:off x="3567704" y="2945229"/>
                <a:ext cx="1375215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3523EBB5-B660-9DE1-EBC7-A194262D85AE}"/>
                  </a:ext>
                </a:extLst>
              </p:cNvPr>
              <p:cNvSpPr/>
              <p:nvPr/>
            </p:nvSpPr>
            <p:spPr>
              <a:xfrm rot="8349546">
                <a:off x="7325714" y="2945229"/>
                <a:ext cx="1375215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7A51C1E1-D8EB-2FA8-5574-6E2512F3686C}"/>
                  </a:ext>
                </a:extLst>
              </p:cNvPr>
              <p:cNvSpPr/>
              <p:nvPr/>
            </p:nvSpPr>
            <p:spPr>
              <a:xfrm rot="5400000">
                <a:off x="9394988" y="2768349"/>
                <a:ext cx="837342" cy="576894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9F9B1C35-A683-B367-77DA-C139FD7EA86D}"/>
                  </a:ext>
                </a:extLst>
              </p:cNvPr>
              <p:cNvSpPr/>
              <p:nvPr/>
            </p:nvSpPr>
            <p:spPr>
              <a:xfrm rot="5400000">
                <a:off x="9630428" y="5316458"/>
                <a:ext cx="471583" cy="438674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34" name="화살표: 오른쪽 33">
                <a:extLst>
                  <a:ext uri="{FF2B5EF4-FFF2-40B4-BE49-F238E27FC236}">
                    <a16:creationId xmlns:a16="http://schemas.microsoft.com/office/drawing/2014/main" id="{EF2F8EB2-D31B-DDD7-FB01-259A82FC225D}"/>
                  </a:ext>
                </a:extLst>
              </p:cNvPr>
              <p:cNvSpPr/>
              <p:nvPr/>
            </p:nvSpPr>
            <p:spPr>
              <a:xfrm rot="8971775">
                <a:off x="7490782" y="4293166"/>
                <a:ext cx="1143781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5" name="화살표: 오른쪽 34">
                <a:extLst>
                  <a:ext uri="{FF2B5EF4-FFF2-40B4-BE49-F238E27FC236}">
                    <a16:creationId xmlns:a16="http://schemas.microsoft.com/office/drawing/2014/main" id="{1FB31164-7A04-97F6-D436-8BD0862D5F51}"/>
                  </a:ext>
                </a:extLst>
              </p:cNvPr>
              <p:cNvSpPr/>
              <p:nvPr/>
            </p:nvSpPr>
            <p:spPr>
              <a:xfrm rot="1623053">
                <a:off x="3522309" y="4247936"/>
                <a:ext cx="1143781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6" name="화살표: 오른쪽 35">
                <a:extLst>
                  <a:ext uri="{FF2B5EF4-FFF2-40B4-BE49-F238E27FC236}">
                    <a16:creationId xmlns:a16="http://schemas.microsoft.com/office/drawing/2014/main" id="{AE2E5FDB-E39F-B74D-1725-3ED03EC0EB00}"/>
                  </a:ext>
                </a:extLst>
              </p:cNvPr>
              <p:cNvSpPr/>
              <p:nvPr/>
            </p:nvSpPr>
            <p:spPr>
              <a:xfrm rot="5400000">
                <a:off x="5815235" y="4132319"/>
                <a:ext cx="561526" cy="52460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24" name="화살표: 오른쪽 23">
                <a:extLst>
                  <a:ext uri="{FF2B5EF4-FFF2-40B4-BE49-F238E27FC236}">
                    <a16:creationId xmlns:a16="http://schemas.microsoft.com/office/drawing/2014/main" id="{A45670BD-6C92-A374-5346-CE314F840342}"/>
                  </a:ext>
                </a:extLst>
              </p:cNvPr>
              <p:cNvSpPr/>
              <p:nvPr/>
            </p:nvSpPr>
            <p:spPr>
              <a:xfrm>
                <a:off x="3723292" y="2280285"/>
                <a:ext cx="798688" cy="26746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B34A6A29-0E2E-4492-A33A-523A409F5D43}"/>
                  </a:ext>
                </a:extLst>
              </p:cNvPr>
              <p:cNvSpPr/>
              <p:nvPr/>
            </p:nvSpPr>
            <p:spPr>
              <a:xfrm>
                <a:off x="887892" y="2048256"/>
                <a:ext cx="2876277" cy="73152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Scalar feature table</a:t>
                </a:r>
                <a:endParaRPr lang="ko-KR" altLang="en-US" sz="11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965F2ADA-D977-3B89-8893-237CB503435A}"/>
                  </a:ext>
                </a:extLst>
              </p:cNvPr>
              <p:cNvSpPr/>
              <p:nvPr/>
            </p:nvSpPr>
            <p:spPr>
              <a:xfrm>
                <a:off x="4631708" y="2048256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Shapiro-Wilk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EB272946-4F68-8552-C7FF-57906743E571}"/>
                  </a:ext>
                </a:extLst>
              </p:cNvPr>
              <p:cNvSpPr/>
              <p:nvPr/>
            </p:nvSpPr>
            <p:spPr>
              <a:xfrm>
                <a:off x="8375525" y="2048256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Levene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F61A4734-0475-E8B2-20B2-85AFE9F8285A}"/>
                  </a:ext>
                </a:extLst>
              </p:cNvPr>
              <p:cNvSpPr/>
              <p:nvPr/>
            </p:nvSpPr>
            <p:spPr>
              <a:xfrm>
                <a:off x="887892" y="3578734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Kruskal-Wallis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DC27E56B-3B3C-6AA4-70D2-41D9A4FB7148}"/>
                  </a:ext>
                </a:extLst>
              </p:cNvPr>
              <p:cNvSpPr/>
              <p:nvPr/>
            </p:nvSpPr>
            <p:spPr>
              <a:xfrm>
                <a:off x="4631708" y="3578734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One-way ANOVA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66CB0057-738D-CE85-A6DF-3FA000245549}"/>
                  </a:ext>
                </a:extLst>
              </p:cNvPr>
              <p:cNvSpPr/>
              <p:nvPr/>
            </p:nvSpPr>
            <p:spPr>
              <a:xfrm>
                <a:off x="8375525" y="3578734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Welch ANOVA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F4BE6C32-6FE8-74C4-74B3-D18D58CBB6FE}"/>
                  </a:ext>
                </a:extLst>
              </p:cNvPr>
              <p:cNvSpPr/>
              <p:nvPr/>
            </p:nvSpPr>
            <p:spPr>
              <a:xfrm>
                <a:off x="4657861" y="4675382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FDR-BH correction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3FE102C4-22B9-8162-3D9A-6C03B5C71FB9}"/>
                  </a:ext>
                </a:extLst>
              </p:cNvPr>
              <p:cNvSpPr/>
              <p:nvPr/>
            </p:nvSpPr>
            <p:spPr>
              <a:xfrm>
                <a:off x="8375525" y="4675382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Effect size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840F2C1C-CB13-554F-2528-AC3583CB4800}"/>
                  </a:ext>
                </a:extLst>
              </p:cNvPr>
              <p:cNvSpPr/>
              <p:nvPr/>
            </p:nvSpPr>
            <p:spPr>
              <a:xfrm>
                <a:off x="8375524" y="5810321"/>
                <a:ext cx="2876277" cy="73152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Downstream</a:t>
                </a:r>
                <a:endParaRPr lang="ko-KR" altLang="en-US" sz="11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197778-BEE1-C8D1-E0E2-7D734F721EDE}"/>
                  </a:ext>
                </a:extLst>
              </p:cNvPr>
              <p:cNvSpPr txBox="1"/>
              <p:nvPr/>
            </p:nvSpPr>
            <p:spPr>
              <a:xfrm>
                <a:off x="2734056" y="2880206"/>
                <a:ext cx="1897653" cy="35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FF0000"/>
                    </a:solidFill>
                  </a:rPr>
                  <a:t>Non-</a:t>
                </a:r>
                <a:r>
                  <a:rPr lang="en-US" altLang="ko-KR" sz="1050" dirty="0" err="1">
                    <a:solidFill>
                      <a:srgbClr val="FF0000"/>
                    </a:solidFill>
                  </a:rPr>
                  <a:t>noraml</a:t>
                </a:r>
                <a:endParaRPr lang="ko-KR" altLang="en-US" sz="105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72AAF6-A8AB-868B-E3EB-9C31D662A54F}"/>
                  </a:ext>
                </a:extLst>
              </p:cNvPr>
              <p:cNvSpPr txBox="1"/>
              <p:nvPr/>
            </p:nvSpPr>
            <p:spPr>
              <a:xfrm>
                <a:off x="5905420" y="2880206"/>
                <a:ext cx="2155444" cy="581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FF0000"/>
                    </a:solidFill>
                  </a:rPr>
                  <a:t>Normal + Equal var.</a:t>
                </a:r>
                <a:endParaRPr lang="ko-KR" altLang="en-US" sz="105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8B9BCD-7DEE-65D7-B855-3A37B8093572}"/>
                </a:ext>
              </a:extLst>
            </p:cNvPr>
            <p:cNvSpPr txBox="1"/>
            <p:nvPr/>
          </p:nvSpPr>
          <p:spPr>
            <a:xfrm>
              <a:off x="9866221" y="2821738"/>
              <a:ext cx="2325778" cy="581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rgbClr val="FF0000"/>
                  </a:solidFill>
                </a:rPr>
                <a:t>Normal +</a:t>
              </a:r>
              <a:br>
                <a:rPr lang="en-US" altLang="ko-KR" sz="1050" dirty="0">
                  <a:solidFill>
                    <a:srgbClr val="FF0000"/>
                  </a:solidFill>
                </a:rPr>
              </a:br>
              <a:r>
                <a:rPr lang="en-US" altLang="ko-KR" sz="1050" dirty="0">
                  <a:solidFill>
                    <a:srgbClr val="FF0000"/>
                  </a:solidFill>
                </a:rPr>
                <a:t> Unequal var.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70638C1-9826-89E2-EB65-8636219EDF4B}"/>
              </a:ext>
            </a:extLst>
          </p:cNvPr>
          <p:cNvSpPr txBox="1"/>
          <p:nvPr/>
        </p:nvSpPr>
        <p:spPr>
          <a:xfrm>
            <a:off x="931023" y="2038123"/>
            <a:ext cx="4420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+mn-ea"/>
              </a:rPr>
              <a:t>Point metric</a:t>
            </a:r>
            <a:endParaRPr lang="en-US" altLang="ko-KR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946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26EEC-78E0-EB84-F4BF-4D003DA5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Results summary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10750-8BCA-9F4F-1E7A-F59759B44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2151228"/>
            <a:ext cx="5087075" cy="536005"/>
          </a:xfrm>
        </p:spPr>
        <p:txBody>
          <a:bodyPr/>
          <a:lstStyle/>
          <a:p>
            <a:r>
              <a:rPr lang="en-US" altLang="ko-KR" sz="2400" dirty="0"/>
              <a:t>S</a:t>
            </a:r>
            <a:r>
              <a:rPr lang="ko-KR" altLang="en-US" sz="2400" dirty="0" err="1"/>
              <a:t>igni</a:t>
            </a:r>
            <a:r>
              <a:rPr lang="en-US" altLang="ko-KR" sz="2400" dirty="0"/>
              <a:t>f</a:t>
            </a:r>
            <a:r>
              <a:rPr lang="ko-KR" altLang="en-US" sz="2400" dirty="0" err="1"/>
              <a:t>icant</a:t>
            </a:r>
            <a:r>
              <a:rPr lang="ko-KR" altLang="en-US" sz="2400" dirty="0"/>
              <a:t> features by speed</a:t>
            </a:r>
          </a:p>
        </p:txBody>
      </p: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EB711E6D-66B2-A268-9F0D-F8A80C537E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3597447"/>
              </p:ext>
            </p:extLst>
          </p:nvPr>
        </p:nvGraphicFramePr>
        <p:xfrm>
          <a:off x="581025" y="2925763"/>
          <a:ext cx="5392738" cy="3776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4F8B0D-15B0-E156-317A-B487D5FE7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709" y="2151228"/>
            <a:ext cx="5087073" cy="553373"/>
          </a:xfrm>
        </p:spPr>
        <p:txBody>
          <a:bodyPr/>
          <a:lstStyle/>
          <a:p>
            <a:r>
              <a:rPr lang="en-US" altLang="ko-KR" sz="2400" dirty="0"/>
              <a:t>S</a:t>
            </a:r>
            <a:r>
              <a:rPr lang="ko-KR" altLang="en-US" sz="2400" dirty="0" err="1"/>
              <a:t>ignificant</a:t>
            </a:r>
            <a:r>
              <a:rPr lang="ko-KR" altLang="en-US" sz="2400" dirty="0"/>
              <a:t> features by cluster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3AF62B4C-EBA4-8E39-7378-A72E8B40B3F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39855844"/>
              </p:ext>
            </p:extLst>
          </p:nvPr>
        </p:nvGraphicFramePr>
        <p:xfrm>
          <a:off x="6218072" y="2925763"/>
          <a:ext cx="5392737" cy="3667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0853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5489-5990-C9FC-22E4-F12E1981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D55CC-E432-6D11-BC75-504A8899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To do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9424D-C5D9-14DC-5FD4-E6FB06EF3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022" y="2536261"/>
            <a:ext cx="5393104" cy="536005"/>
          </a:xfrm>
        </p:spPr>
        <p:txBody>
          <a:bodyPr/>
          <a:lstStyle/>
          <a:p>
            <a:r>
              <a:rPr lang="en-US" altLang="ko-KR" sz="3200" dirty="0"/>
              <a:t>Scoring Framework</a:t>
            </a:r>
            <a:endParaRPr lang="ko-KR" altLang="en-US" sz="32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600FF32-C9F1-1644-AD2C-6997180B83EB}"/>
              </a:ext>
            </a:extLst>
          </p:cNvPr>
          <p:cNvGrpSpPr/>
          <p:nvPr/>
        </p:nvGrpSpPr>
        <p:grpSpPr>
          <a:xfrm>
            <a:off x="774022" y="3091294"/>
            <a:ext cx="8697782" cy="3131964"/>
            <a:chOff x="774022" y="3091294"/>
            <a:chExt cx="8697782" cy="313196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4AAC608-32D4-39CB-1723-3A03F49BB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2785"/>
            <a:stretch>
              <a:fillRect/>
            </a:stretch>
          </p:blipFill>
          <p:spPr>
            <a:xfrm>
              <a:off x="774022" y="3091294"/>
              <a:ext cx="8697782" cy="313196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4E4B290-B85F-257A-D4FC-C7ECECF6F6B9}"/>
                </a:ext>
              </a:extLst>
            </p:cNvPr>
            <p:cNvSpPr/>
            <p:nvPr/>
          </p:nvSpPr>
          <p:spPr>
            <a:xfrm>
              <a:off x="1889184" y="4865299"/>
              <a:ext cx="813759" cy="106967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48CDDB9E-1504-D15F-273F-D1B3B5DF322D}"/>
              </a:ext>
            </a:extLst>
          </p:cNvPr>
          <p:cNvSpPr txBox="1">
            <a:spLocks/>
          </p:cNvSpPr>
          <p:nvPr/>
        </p:nvSpPr>
        <p:spPr>
          <a:xfrm>
            <a:off x="6336607" y="2536262"/>
            <a:ext cx="5393104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1pPr>
            <a:lvl2pPr marL="4572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2pPr>
            <a:lvl3pPr marL="9144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3pPr>
            <a:lvl4pPr marL="13716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4pPr>
            <a:lvl5pPr marL="18288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5pPr>
            <a:lvl6pPr marL="22860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2800" dirty="0" err="1"/>
              <a:t>Interpretation</a:t>
            </a:r>
            <a:r>
              <a:rPr lang="ko-KR" altLang="ko-KR" sz="2800" dirty="0"/>
              <a:t> </a:t>
            </a:r>
            <a:r>
              <a:rPr lang="ko-KR" altLang="ko-KR" sz="2800" dirty="0" err="1"/>
              <a:t>Using</a:t>
            </a:r>
            <a:r>
              <a:rPr lang="ko-KR" altLang="ko-KR" sz="2800" dirty="0"/>
              <a:t> SHAP</a:t>
            </a:r>
            <a:endParaRPr lang="ko-KR" altLang="en-US" sz="2800" dirty="0"/>
          </a:p>
        </p:txBody>
      </p:sp>
      <p:sp>
        <p:nvSpPr>
          <p:cNvPr id="16" name="내용 개체 틀 6">
            <a:extLst>
              <a:ext uri="{FF2B5EF4-FFF2-40B4-BE49-F238E27FC236}">
                <a16:creationId xmlns:a16="http://schemas.microsoft.com/office/drawing/2014/main" id="{BB506B8C-7ECC-41E6-E507-C1D01515DC6D}"/>
              </a:ext>
            </a:extLst>
          </p:cNvPr>
          <p:cNvSpPr txBox="1">
            <a:spLocks/>
          </p:cNvSpPr>
          <p:nvPr/>
        </p:nvSpPr>
        <p:spPr>
          <a:xfrm>
            <a:off x="6336609" y="3229891"/>
            <a:ext cx="5393100" cy="2934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1pPr>
            <a:lvl2pPr marL="6300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2pPr>
            <a:lvl3pPr marL="90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3pPr>
            <a:lvl4pPr marL="1242000" indent="-234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4pPr>
            <a:lvl5pPr marL="1602000" indent="-234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5pPr>
            <a:lvl6pPr marL="19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SHAP was used to interpret the model’s predictions and improve explainability, which is crucial in medical applications.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369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6560-A6DC-FE65-2B41-EC8B009E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d Letters Qa Questions Answers On 스톡 일러스트 1491990902 | Shutterstock">
            <a:extLst>
              <a:ext uri="{FF2B5EF4-FFF2-40B4-BE49-F238E27FC236}">
                <a16:creationId xmlns:a16="http://schemas.microsoft.com/office/drawing/2014/main" id="{47F74BA6-0CBB-D53D-672F-825BAE515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>
            <a:fillRect/>
          </a:stretch>
        </p:blipFill>
        <p:spPr bwMode="auto">
          <a:xfrm>
            <a:off x="1431131" y="1988545"/>
            <a:ext cx="9329738" cy="465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D80FF3-2F44-5485-4D07-36FE63BF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ko-KR" sz="5400" dirty="0">
                <a:solidFill>
                  <a:prstClr val="white"/>
                </a:solidFill>
              </a:rPr>
              <a:t>Question?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7186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직사각형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solidFill>
                  <a:srgbClr val="FFFFFF"/>
                </a:solidFill>
              </a:rPr>
              <a:t>Thank you</a:t>
            </a:r>
            <a:br>
              <a:rPr lang="en-US" altLang="ko-KR" dirty="0">
                <a:solidFill>
                  <a:srgbClr val="FFFFFF"/>
                </a:solidFill>
              </a:rPr>
            </a:br>
            <a:r>
              <a:rPr lang="en-US" altLang="ko-KR" sz="1800" dirty="0">
                <a:solidFill>
                  <a:srgbClr val="FFFFFF"/>
                </a:solidFill>
              </a:rPr>
              <a:t>for</a:t>
            </a:r>
            <a:r>
              <a:rPr lang="en-US" altLang="ko-KR" dirty="0">
                <a:solidFill>
                  <a:srgbClr val="FFFFFF"/>
                </a:solidFill>
              </a:rPr>
              <a:t> listening!</a:t>
            </a:r>
          </a:p>
        </p:txBody>
      </p:sp>
      <p:pic>
        <p:nvPicPr>
          <p:cNvPr id="5" name="그림 4" descr="디지털 숫자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5C8CB-FF72-A6D2-01D2-EE4CF5F6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73662EC6-5F81-3032-BDD9-579622541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43D3C4-4BD4-9B2C-6F0D-25D3720D2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A211FE-D925-5374-BD72-E406E0ED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15" y="4319282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Why ML?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59F530-658E-8BA0-DB73-033147C14EC9}"/>
              </a:ext>
            </a:extLst>
          </p:cNvPr>
          <p:cNvSpPr/>
          <p:nvPr/>
        </p:nvSpPr>
        <p:spPr>
          <a:xfrm>
            <a:off x="4246039" y="914994"/>
            <a:ext cx="3694415" cy="3879046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586357-0818-53A1-808D-98662C335CA4}"/>
              </a:ext>
            </a:extLst>
          </p:cNvPr>
          <p:cNvSpPr/>
          <p:nvPr/>
        </p:nvSpPr>
        <p:spPr>
          <a:xfrm>
            <a:off x="8043116" y="873666"/>
            <a:ext cx="3694415" cy="3526405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7E4654-A3B4-54EE-FB22-C884E8914E50}"/>
              </a:ext>
            </a:extLst>
          </p:cNvPr>
          <p:cNvSpPr/>
          <p:nvPr/>
        </p:nvSpPr>
        <p:spPr>
          <a:xfrm>
            <a:off x="4246038" y="1493825"/>
            <a:ext cx="3592902" cy="208355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+mj-ea"/>
                <a:ea typeface="+mj-ea"/>
              </a:rPr>
              <a:t>Model</a:t>
            </a:r>
            <a:endParaRPr lang="ko-KR" altLang="en-US" sz="3600" dirty="0">
              <a:latin typeface="+mj-ea"/>
              <a:ea typeface="+mj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766906A-E9F8-5C69-5E7F-1CE4922BCC1B}"/>
              </a:ext>
            </a:extLst>
          </p:cNvPr>
          <p:cNvCxnSpPr>
            <a:cxnSpLocks/>
          </p:cNvCxnSpPr>
          <p:nvPr/>
        </p:nvCxnSpPr>
        <p:spPr>
          <a:xfrm>
            <a:off x="2580678" y="1892260"/>
            <a:ext cx="140610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061BB2-36C2-2B2C-FAA2-7F8A0E0A24E1}"/>
              </a:ext>
            </a:extLst>
          </p:cNvPr>
          <p:cNvSpPr txBox="1"/>
          <p:nvPr/>
        </p:nvSpPr>
        <p:spPr>
          <a:xfrm>
            <a:off x="2476870" y="1387527"/>
            <a:ext cx="1425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n-ea"/>
              </a:rPr>
              <a:t>Input</a:t>
            </a:r>
            <a:endParaRPr lang="ko-KR" altLang="en-US" sz="2400" dirty="0">
              <a:latin typeface="+mn-ea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B430482-0E9E-ED82-5ECB-010B45214D02}"/>
              </a:ext>
            </a:extLst>
          </p:cNvPr>
          <p:cNvCxnSpPr>
            <a:cxnSpLocks/>
          </p:cNvCxnSpPr>
          <p:nvPr/>
        </p:nvCxnSpPr>
        <p:spPr>
          <a:xfrm>
            <a:off x="8141280" y="3658168"/>
            <a:ext cx="138676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E58983-DF7F-F5C5-F281-7DE8112AB03D}"/>
              </a:ext>
            </a:extLst>
          </p:cNvPr>
          <p:cNvSpPr txBox="1"/>
          <p:nvPr/>
        </p:nvSpPr>
        <p:spPr>
          <a:xfrm>
            <a:off x="8055760" y="3115714"/>
            <a:ext cx="1769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n-ea"/>
              </a:rPr>
              <a:t>Output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18" name="그림 17" descr="컴퓨터 아이콘 일러스트 | Canva">
            <a:extLst>
              <a:ext uri="{FF2B5EF4-FFF2-40B4-BE49-F238E27FC236}">
                <a16:creationId xmlns:a16="http://schemas.microsoft.com/office/drawing/2014/main" id="{6F7AC7C0-40C2-BD16-D9CF-3558EF1E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7" y="1130510"/>
            <a:ext cx="3798223" cy="3798223"/>
          </a:xfrm>
          <a:prstGeom prst="rect">
            <a:avLst/>
          </a:prstGeom>
        </p:spPr>
      </p:pic>
      <p:pic>
        <p:nvPicPr>
          <p:cNvPr id="32" name="그림 31" descr="Data illustration | Canva">
            <a:extLst>
              <a:ext uri="{FF2B5EF4-FFF2-40B4-BE49-F238E27FC236}">
                <a16:creationId xmlns:a16="http://schemas.microsoft.com/office/drawing/2014/main" id="{B19BCDB4-439C-AD87-0D6C-37A91CD6D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753" t="-954" r="35122" b="65720"/>
          <a:stretch>
            <a:fillRect/>
          </a:stretch>
        </p:blipFill>
        <p:spPr>
          <a:xfrm>
            <a:off x="935261" y="1110492"/>
            <a:ext cx="1490278" cy="1812319"/>
          </a:xfrm>
          <a:prstGeom prst="rect">
            <a:avLst/>
          </a:prstGeom>
        </p:spPr>
      </p:pic>
      <p:pic>
        <p:nvPicPr>
          <p:cNvPr id="33" name="그림 32" descr="Yes means yes, no means no.">
            <a:extLst>
              <a:ext uri="{FF2B5EF4-FFF2-40B4-BE49-F238E27FC236}">
                <a16:creationId xmlns:a16="http://schemas.microsoft.com/office/drawing/2014/main" id="{1057389F-ABD5-80D1-9DEC-4FED005138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37" r="8246" b="3953"/>
          <a:stretch>
            <a:fillRect/>
          </a:stretch>
        </p:blipFill>
        <p:spPr>
          <a:xfrm>
            <a:off x="9528049" y="2876960"/>
            <a:ext cx="2621868" cy="1736352"/>
          </a:xfrm>
          <a:prstGeom prst="rect">
            <a:avLst/>
          </a:prstGeom>
        </p:spPr>
      </p:pic>
      <p:sp>
        <p:nvSpPr>
          <p:cNvPr id="35" name="제목 1">
            <a:extLst>
              <a:ext uri="{FF2B5EF4-FFF2-40B4-BE49-F238E27FC236}">
                <a16:creationId xmlns:a16="http://schemas.microsoft.com/office/drawing/2014/main" id="{1C56CAC8-909B-E8D8-205C-87BC4C8C1C6D}"/>
              </a:ext>
            </a:extLst>
          </p:cNvPr>
          <p:cNvSpPr txBox="1">
            <a:spLocks/>
          </p:cNvSpPr>
          <p:nvPr/>
        </p:nvSpPr>
        <p:spPr>
          <a:xfrm>
            <a:off x="642938" y="5276667"/>
            <a:ext cx="11029616" cy="9894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5400" dirty="0">
                <a:solidFill>
                  <a:srgbClr val="FFFEFF"/>
                </a:solidFill>
              </a:rPr>
              <a:t>Why ML?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480006"/>
      </p:ext>
    </p:extLst>
  </p:cSld>
  <p:clrMapOvr>
    <a:masterClrMapping/>
  </p:clrMapOvr>
</p:sld>
</file>

<file path=ppt/theme/theme1.xml><?xml version="1.0" encoding="utf-8"?>
<a:theme xmlns:a="http://schemas.openxmlformats.org/drawingml/2006/main" name="분할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사용자 지정 1">
      <a:majorFont>
        <a:latin typeface="Gill Sans MT"/>
        <a:ea typeface="Noto Sans KR Black"/>
        <a:cs typeface=""/>
      </a:majorFont>
      <a:minorFont>
        <a:latin typeface="Gill Sans MT"/>
        <a:ea typeface="Noto Sans KR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3_TF56390039_Win32" id="{707A4A1A-4F78-4BC1-ACAA-72291CC81BA2}" vid="{618383A2-873E-4A97-9049-BE9F52CBC0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{FF5D9ACD-C856-41CB-89BC-50B33D145060}TF9cd6fad6-da1d-416b-8dc8-a086cd1045b1be2e48f5_win32-4647ca430728</Template>
  <TotalTime>648</TotalTime>
  <Words>309</Words>
  <Application>Microsoft Office PowerPoint</Application>
  <PresentationFormat>와이드스크린</PresentationFormat>
  <Paragraphs>109</Paragraphs>
  <Slides>18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Noto Sans KR</vt:lpstr>
      <vt:lpstr>Noto Sans KR Black</vt:lpstr>
      <vt:lpstr>Gill Sans MT</vt:lpstr>
      <vt:lpstr>Wingdings 2</vt:lpstr>
      <vt:lpstr>분할</vt:lpstr>
      <vt:lpstr>IMU-Based ACL impairment Assessment Using Machine Learning</vt:lpstr>
      <vt:lpstr>Why ACL?</vt:lpstr>
      <vt:lpstr>Why ACLD?</vt:lpstr>
      <vt:lpstr>PowerPoint 프레젠테이션</vt:lpstr>
      <vt:lpstr>PowerPoint 프레젠테이션</vt:lpstr>
      <vt:lpstr>Limitations of previous studies</vt:lpstr>
      <vt:lpstr>Our contribution</vt:lpstr>
      <vt:lpstr>PowerPoint 프레젠테이션</vt:lpstr>
      <vt:lpstr>method</vt:lpstr>
      <vt:lpstr>Data</vt:lpstr>
      <vt:lpstr>Biomechanical metrics</vt:lpstr>
      <vt:lpstr>Biomechanical Features</vt:lpstr>
      <vt:lpstr>analysis</vt:lpstr>
      <vt:lpstr>Results summary</vt:lpstr>
      <vt:lpstr>To do</vt:lpstr>
      <vt:lpstr>Question?</vt:lpstr>
      <vt:lpstr>Thank you for listening!</vt:lpstr>
      <vt:lpstr>Why ML?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김태현</dc:creator>
  <cp:lastModifiedBy>김태현</cp:lastModifiedBy>
  <cp:revision>13</cp:revision>
  <dcterms:created xsi:type="dcterms:W3CDTF">2026-06-15T10:45:26Z</dcterms:created>
  <dcterms:modified xsi:type="dcterms:W3CDTF">2026-06-17T01:06:31Z</dcterms:modified>
</cp:coreProperties>
</file>